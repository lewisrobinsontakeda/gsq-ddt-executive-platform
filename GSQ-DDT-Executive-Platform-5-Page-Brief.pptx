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915" r:id="rId4"/>
    <p:sldMasterId id="2147484109" r:id="rId5"/>
    <p:sldMasterId id="2147484140" r:id="rId6"/>
    <p:sldMasterId id="2147484105" r:id="rId7"/>
    <p:sldMasterId id="2147484101" r:id="rId8"/>
  </p:sldMasterIdLst>
  <p:notesMasterIdLst>
    <p:notesMasterId r:id="rId45"/>
  </p:notesMasterIdLst>
  <p:handoutMasterIdLst>
    <p:handoutMasterId r:id="rId46"/>
  </p:handoutMasterIdLst>
  <p:sldIdLst>
    <p:sldId id="256" r:id="rId18"/>
    <p:sldId id="257" r:id="rId19"/>
    <p:sldId id="258" r:id="rId20"/>
    <p:sldId id="259" r:id="rId21"/>
    <p:sldId id="260" r:id="rId22"/>
  </p:sldIdLst>
  <p:sldSz cx="12192000" cy="6858000"/>
  <p:notesSz cx="6805613" cy="9939338"/>
  <p:custDataLst>
    <p:tags r:id="rId4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Templates" id="{8AFEB654-B8ED-8C45-AB6D-98CCE957F84B}">
          <p14:sldIdLst>
            <p14:sldId id="2145707099"/>
            <p14:sldId id="2145707157"/>
            <p14:sldId id="2145707093"/>
            <p14:sldId id="2145707127"/>
            <p14:sldId id="2145707138"/>
            <p14:sldId id="2145707124"/>
            <p14:sldId id="2145707135"/>
            <p14:sldId id="2145707139"/>
            <p14:sldId id="2145707140"/>
            <p14:sldId id="2145707143"/>
            <p14:sldId id="2145707147"/>
            <p14:sldId id="2145707149"/>
            <p14:sldId id="2145707150"/>
            <p14:sldId id="2145707148"/>
            <p14:sldId id="2145707128"/>
            <p14:sldId id="2145707136"/>
            <p14:sldId id="2145707151"/>
            <p14:sldId id="2145707152"/>
            <p14:sldId id="2145707137"/>
            <p14:sldId id="2145707141"/>
            <p14:sldId id="2145707142"/>
            <p14:sldId id="2145707120"/>
            <p14:sldId id="2145707132"/>
            <p14:sldId id="1955"/>
            <p14:sldId id="1954"/>
            <p14:sldId id="1956"/>
            <p14:sldId id="1957"/>
            <p14:sldId id="2145707118"/>
            <p14:sldId id="2145707131"/>
            <p14:sldId id="2145707133"/>
            <p14:sldId id="2145707134"/>
            <p14:sldId id="9545"/>
            <p14:sldId id="2145707123"/>
            <p14:sldId id="2145707146"/>
            <p14:sldId id="1969"/>
            <p14:sldId id="1964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3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BFED43-ACC7-69D6-45AF-1D2F35AD3C92}" name="Tame, Joseph" initials="TJ" userId="S::joseph.tame@takeda.com::200f3c50-5114-44e0-a3b7-354d8548514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20" clrIdx="0"/>
  <p:cmAuthor id="2" name="Pascal Santoso" initials="PS" lastIdx="1" clrIdx="1">
    <p:extLst>
      <p:ext uri="{19B8F6BF-5375-455C-9EA6-DF929625EA0E}">
        <p15:presenceInfo xmlns:p15="http://schemas.microsoft.com/office/powerpoint/2012/main" userId="Pascal Santos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8E0"/>
    <a:srgbClr val="450A0A"/>
    <a:srgbClr val="BD120A"/>
    <a:srgbClr val="F78C85"/>
    <a:srgbClr val="EB6C70"/>
    <a:srgbClr val="1A1918"/>
    <a:srgbClr val="000000"/>
    <a:srgbClr val="E1242A"/>
    <a:srgbClr val="EE1100"/>
    <a:srgbClr val="636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54"/>
    <p:restoredTop sz="94384"/>
  </p:normalViewPr>
  <p:slideViewPr>
    <p:cSldViewPr snapToGrid="0">
      <p:cViewPr varScale="1">
        <p:scale>
          <a:sx n="115" d="100"/>
          <a:sy n="115" d="100"/>
        </p:scale>
        <p:origin x="976" y="200"/>
      </p:cViewPr>
      <p:guideLst>
        <p:guide pos="3840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45" Type="http://schemas.openxmlformats.org/officeDocument/2006/relationships/notesMaster" Target="notesMasters/notesMaster1.xml"/><Relationship Id="rId46" Type="http://schemas.openxmlformats.org/officeDocument/2006/relationships/handoutMaster" Target="handoutMasters/handoutMaster1.xml"/><Relationship Id="rId47" Type="http://schemas.openxmlformats.org/officeDocument/2006/relationships/tags" Target="tags/tag1.xml"/><Relationship Id="rId48" Type="http://schemas.openxmlformats.org/officeDocument/2006/relationships/commentAuthors" Target="commentAuthors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338B53-DF04-6C44-DA63-87781356B5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969E4-EAB4-E5FE-D533-6B46EAAE17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97BCF-4064-4F4A-A2AF-68CE3FBE952E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BB207-C3A1-5F83-27F8-994FFA9FFA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7DB31-24F4-B620-B3F9-E3EA3FEECF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BC2824-C131-D64A-81E0-EBACB20829E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79930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100" cy="498693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1"/>
            <a:ext cx="2949100" cy="498693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625DEF87-78CF-4C57-A0B1-A9406068048C}" type="datetimeFigureOut">
              <a:rPr lang="en-US" smtClean="0"/>
              <a:pPr/>
              <a:t>6/30/26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0" tIns="47320" rIns="94640" bIns="473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5"/>
          </a:xfrm>
          <a:prstGeom prst="rect">
            <a:avLst/>
          </a:prstGeom>
        </p:spPr>
        <p:txBody>
          <a:bodyPr vert="horz" lIns="94640" tIns="47320" rIns="94640" bIns="473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100" cy="498692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100" cy="498692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49E0EA7B-6822-4EC8-8C65-EACC542A13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9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Relationship Id="rId3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pn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pn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pn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5.pn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EEE363-EEAF-91E6-8E2E-6DC9C9CD10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62D2EF-860C-0EF9-0D9D-F4DA4D85B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3664B3-84F2-085B-621E-EC26FA81CB42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4841CF-A42B-7964-E640-E45EE8EF6F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8A17531-6C50-A053-2AAD-9EE5F00D05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642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5318D2-0E90-32A2-D960-F6B0490DAB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407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6AA297-C1B3-6AA7-B92D-EA952C698FD3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19FC7D-F29E-9586-DB79-CCA79D62C3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FC6BF9A-D167-B23C-D0BC-EE62BCDD17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92BEA3-35AE-A36A-E76E-7345A3F61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9C56089-D7FF-D9FF-B369-FC3D8C8ADD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28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4" y="4551743"/>
            <a:ext cx="3959858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4" y="4811514"/>
            <a:ext cx="3959858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4" y="5071285"/>
            <a:ext cx="3959858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4" y="4291972"/>
            <a:ext cx="3959858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4" y="5331055"/>
            <a:ext cx="3959858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E178A03B-9AD1-5F09-F7A7-64A541A1BE1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66512" y="1"/>
            <a:ext cx="6328185" cy="6857999"/>
          </a:xfrm>
          <a:custGeom>
            <a:avLst/>
            <a:gdLst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3409714 w 6462532"/>
              <a:gd name="connsiteY2" fmla="*/ 0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309764"/>
              <a:gd name="connsiteY0" fmla="*/ 3060215 h 6113033"/>
              <a:gd name="connsiteX1" fmla="*/ 3052818 w 7309764"/>
              <a:gd name="connsiteY1" fmla="*/ 7397 h 6113033"/>
              <a:gd name="connsiteX2" fmla="*/ 6592752 w 7309764"/>
              <a:gd name="connsiteY2" fmla="*/ 53695 h 6113033"/>
              <a:gd name="connsiteX3" fmla="*/ 6462532 w 7309764"/>
              <a:gd name="connsiteY3" fmla="*/ 3060215 h 6113033"/>
              <a:gd name="connsiteX4" fmla="*/ 6462532 w 7309764"/>
              <a:gd name="connsiteY4" fmla="*/ 3060215 h 6113033"/>
              <a:gd name="connsiteX5" fmla="*/ 3409714 w 7309764"/>
              <a:gd name="connsiteY5" fmla="*/ 6113033 h 6113033"/>
              <a:gd name="connsiteX6" fmla="*/ 3052818 w 7309764"/>
              <a:gd name="connsiteY6" fmla="*/ 6113033 h 6113033"/>
              <a:gd name="connsiteX7" fmla="*/ 0 w 7309764"/>
              <a:gd name="connsiteY7" fmla="*/ 3060215 h 6113033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6750471"/>
              <a:gd name="connsiteY0" fmla="*/ 3052818 h 6105636"/>
              <a:gd name="connsiteX1" fmla="*/ 3052818 w 6750471"/>
              <a:gd name="connsiteY1" fmla="*/ 0 h 6105636"/>
              <a:gd name="connsiteX2" fmla="*/ 6395982 w 6750471"/>
              <a:gd name="connsiteY2" fmla="*/ 11574 h 6105636"/>
              <a:gd name="connsiteX3" fmla="*/ 6462532 w 6750471"/>
              <a:gd name="connsiteY3" fmla="*/ 3052818 h 6105636"/>
              <a:gd name="connsiteX4" fmla="*/ 6462532 w 6750471"/>
              <a:gd name="connsiteY4" fmla="*/ 3052818 h 6105636"/>
              <a:gd name="connsiteX5" fmla="*/ 3409714 w 6750471"/>
              <a:gd name="connsiteY5" fmla="*/ 6105636 h 6105636"/>
              <a:gd name="connsiteX6" fmla="*/ 3052818 w 6750471"/>
              <a:gd name="connsiteY6" fmla="*/ 6105636 h 6105636"/>
              <a:gd name="connsiteX7" fmla="*/ 0 w 6750471"/>
              <a:gd name="connsiteY7" fmla="*/ 3052818 h 6105636"/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6395982 w 6462532"/>
              <a:gd name="connsiteY2" fmla="*/ 11574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6462532 w 6477004"/>
              <a:gd name="connsiteY4" fmla="*/ 3052819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5756477 w 6477004"/>
              <a:gd name="connsiteY4" fmla="*/ 3018095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3409714 w 6477004"/>
              <a:gd name="connsiteY4" fmla="*/ 6105637 h 6105637"/>
              <a:gd name="connsiteX5" fmla="*/ 3052818 w 6477004"/>
              <a:gd name="connsiteY5" fmla="*/ 6105637 h 6105637"/>
              <a:gd name="connsiteX6" fmla="*/ 0 w 6477004"/>
              <a:gd name="connsiteY6" fmla="*/ 3052819 h 6105637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462532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323635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326533"/>
              <a:gd name="connsiteY0" fmla="*/ 3052819 h 6108535"/>
              <a:gd name="connsiteX1" fmla="*/ 3052818 w 6326533"/>
              <a:gd name="connsiteY1" fmla="*/ 1 h 6108535"/>
              <a:gd name="connsiteX2" fmla="*/ 6326533 w 6326533"/>
              <a:gd name="connsiteY2" fmla="*/ 0 h 6108535"/>
              <a:gd name="connsiteX3" fmla="*/ 6323635 w 6326533"/>
              <a:gd name="connsiteY3" fmla="*/ 6108535 h 6108535"/>
              <a:gd name="connsiteX4" fmla="*/ 3409714 w 6326533"/>
              <a:gd name="connsiteY4" fmla="*/ 6105637 h 6108535"/>
              <a:gd name="connsiteX5" fmla="*/ 3052818 w 6326533"/>
              <a:gd name="connsiteY5" fmla="*/ 6105637 h 6108535"/>
              <a:gd name="connsiteX6" fmla="*/ 0 w 6326533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602211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448355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606874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5610302"/>
              <a:gd name="connsiteY0" fmla="*/ 3052819 h 6105637"/>
              <a:gd name="connsiteX1" fmla="*/ 3052818 w 5610302"/>
              <a:gd name="connsiteY1" fmla="*/ 1 h 6105637"/>
              <a:gd name="connsiteX2" fmla="*/ 5606874 w 5610302"/>
              <a:gd name="connsiteY2" fmla="*/ 0 h 6105637"/>
              <a:gd name="connsiteX3" fmla="*/ 5610302 w 5610302"/>
              <a:gd name="connsiteY3" fmla="*/ 6080560 h 6105637"/>
              <a:gd name="connsiteX4" fmla="*/ 3409714 w 5610302"/>
              <a:gd name="connsiteY4" fmla="*/ 6105637 h 6105637"/>
              <a:gd name="connsiteX5" fmla="*/ 3052818 w 5610302"/>
              <a:gd name="connsiteY5" fmla="*/ 6105637 h 6105637"/>
              <a:gd name="connsiteX6" fmla="*/ 0 w 5610302"/>
              <a:gd name="connsiteY6" fmla="*/ 3052819 h 6105637"/>
              <a:gd name="connsiteX0" fmla="*/ 0 w 5610302"/>
              <a:gd name="connsiteY0" fmla="*/ 3052819 h 6105637"/>
              <a:gd name="connsiteX1" fmla="*/ 3052818 w 5610302"/>
              <a:gd name="connsiteY1" fmla="*/ 1 h 6105637"/>
              <a:gd name="connsiteX2" fmla="*/ 5606874 w 5610302"/>
              <a:gd name="connsiteY2" fmla="*/ 0 h 6105637"/>
              <a:gd name="connsiteX3" fmla="*/ 5610302 w 5610302"/>
              <a:gd name="connsiteY3" fmla="*/ 6080560 h 6105637"/>
              <a:gd name="connsiteX4" fmla="*/ 3052818 w 5610302"/>
              <a:gd name="connsiteY4" fmla="*/ 6105637 h 6105637"/>
              <a:gd name="connsiteX5" fmla="*/ 0 w 5610302"/>
              <a:gd name="connsiteY5" fmla="*/ 3052819 h 6105637"/>
              <a:gd name="connsiteX0" fmla="*/ 0 w 5705141"/>
              <a:gd name="connsiteY0" fmla="*/ 3052819 h 6116581"/>
              <a:gd name="connsiteX1" fmla="*/ 3052818 w 5705141"/>
              <a:gd name="connsiteY1" fmla="*/ 1 h 6116581"/>
              <a:gd name="connsiteX2" fmla="*/ 5606874 w 5705141"/>
              <a:gd name="connsiteY2" fmla="*/ 0 h 6116581"/>
              <a:gd name="connsiteX3" fmla="*/ 5705141 w 5705141"/>
              <a:gd name="connsiteY3" fmla="*/ 6116581 h 6116581"/>
              <a:gd name="connsiteX4" fmla="*/ 3052818 w 5705141"/>
              <a:gd name="connsiteY4" fmla="*/ 6105637 h 6116581"/>
              <a:gd name="connsiteX5" fmla="*/ 0 w 5705141"/>
              <a:gd name="connsiteY5" fmla="*/ 3052819 h 6116581"/>
              <a:gd name="connsiteX0" fmla="*/ 0 w 5705141"/>
              <a:gd name="connsiteY0" fmla="*/ 3052819 h 6109377"/>
              <a:gd name="connsiteX1" fmla="*/ 3052818 w 5705141"/>
              <a:gd name="connsiteY1" fmla="*/ 1 h 6109377"/>
              <a:gd name="connsiteX2" fmla="*/ 5606874 w 5705141"/>
              <a:gd name="connsiteY2" fmla="*/ 0 h 6109377"/>
              <a:gd name="connsiteX3" fmla="*/ 5705141 w 5705141"/>
              <a:gd name="connsiteY3" fmla="*/ 6109377 h 6109377"/>
              <a:gd name="connsiteX4" fmla="*/ 3052818 w 5705141"/>
              <a:gd name="connsiteY4" fmla="*/ 6105637 h 6109377"/>
              <a:gd name="connsiteX5" fmla="*/ 0 w 5705141"/>
              <a:gd name="connsiteY5" fmla="*/ 3052819 h 610937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098939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062411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9 h 6109377"/>
              <a:gd name="connsiteX1" fmla="*/ 3052818 w 5705141"/>
              <a:gd name="connsiteY1" fmla="*/ 1 h 6109377"/>
              <a:gd name="connsiteX2" fmla="*/ 5606874 w 5705141"/>
              <a:gd name="connsiteY2" fmla="*/ 0 h 6109377"/>
              <a:gd name="connsiteX3" fmla="*/ 5705141 w 5705141"/>
              <a:gd name="connsiteY3" fmla="*/ 6109377 h 6109377"/>
              <a:gd name="connsiteX4" fmla="*/ 3052818 w 5705141"/>
              <a:gd name="connsiteY4" fmla="*/ 6105637 h 6109377"/>
              <a:gd name="connsiteX5" fmla="*/ 0 w 5705141"/>
              <a:gd name="connsiteY5" fmla="*/ 3052819 h 610937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104159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8 h 6105636"/>
              <a:gd name="connsiteX1" fmla="*/ 3052818 w 5705141"/>
              <a:gd name="connsiteY1" fmla="*/ 0 h 6105636"/>
              <a:gd name="connsiteX2" fmla="*/ 5703423 w 5705141"/>
              <a:gd name="connsiteY2" fmla="*/ 7333 h 6105636"/>
              <a:gd name="connsiteX3" fmla="*/ 5705141 w 5705141"/>
              <a:gd name="connsiteY3" fmla="*/ 6104158 h 6105636"/>
              <a:gd name="connsiteX4" fmla="*/ 3052818 w 5705141"/>
              <a:gd name="connsiteY4" fmla="*/ 6105636 h 6105636"/>
              <a:gd name="connsiteX5" fmla="*/ 0 w 5705141"/>
              <a:gd name="connsiteY5" fmla="*/ 3052818 h 6105636"/>
              <a:gd name="connsiteX0" fmla="*/ 0 w 5705141"/>
              <a:gd name="connsiteY0" fmla="*/ 3052818 h 6105636"/>
              <a:gd name="connsiteX1" fmla="*/ 3052818 w 5705141"/>
              <a:gd name="connsiteY1" fmla="*/ 0 h 6105636"/>
              <a:gd name="connsiteX2" fmla="*/ 5703424 w 5705141"/>
              <a:gd name="connsiteY2" fmla="*/ 4178 h 6105636"/>
              <a:gd name="connsiteX3" fmla="*/ 5705141 w 5705141"/>
              <a:gd name="connsiteY3" fmla="*/ 6104158 h 6105636"/>
              <a:gd name="connsiteX4" fmla="*/ 3052818 w 5705141"/>
              <a:gd name="connsiteY4" fmla="*/ 6105636 h 6105636"/>
              <a:gd name="connsiteX5" fmla="*/ 0 w 5705141"/>
              <a:gd name="connsiteY5" fmla="*/ 3052818 h 610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05141" h="6105636">
                <a:moveTo>
                  <a:pt x="0" y="3052818"/>
                </a:moveTo>
                <a:cubicBezTo>
                  <a:pt x="0" y="1366793"/>
                  <a:pt x="1366793" y="0"/>
                  <a:pt x="3052818" y="0"/>
                </a:cubicBezTo>
                <a:lnTo>
                  <a:pt x="5703424" y="4178"/>
                </a:lnTo>
                <a:cubicBezTo>
                  <a:pt x="5704567" y="2031031"/>
                  <a:pt x="5703998" y="4077305"/>
                  <a:pt x="5705141" y="6104158"/>
                </a:cubicBezTo>
                <a:lnTo>
                  <a:pt x="3052818" y="6105636"/>
                </a:lnTo>
                <a:cubicBezTo>
                  <a:pt x="1366793" y="6105636"/>
                  <a:pt x="0" y="4738843"/>
                  <a:pt x="0" y="3052818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98FCA2-7738-1A40-3B3B-1A9D1591F7D2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8880B2-91CC-4C59-8EA2-830A951A31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4" y="2577646"/>
            <a:ext cx="3959858" cy="1431645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2DC1EF8-FCDC-5262-0FA5-B0AC0C4E7A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3959859" cy="338534"/>
          </a:xfr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584285-8C6D-C69B-CA64-57F5BE7259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1AB9554-0400-0694-C28B-4B48341F9E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57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2B9CECE-7D8F-8C4A-AFC6-A963B1F05594}"/>
              </a:ext>
            </a:extLst>
          </p:cNvPr>
          <p:cNvSpPr/>
          <p:nvPr userDrawn="1"/>
        </p:nvSpPr>
        <p:spPr>
          <a:xfrm>
            <a:off x="0" y="61263"/>
            <a:ext cx="255181" cy="849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chemeClr val="accent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1E79114-5B74-9547-8292-DAB8965D4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005" y="506"/>
            <a:ext cx="11459359" cy="3428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2246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579722" y="3362246"/>
                </a:lnTo>
                <a:cubicBezTo>
                  <a:pt x="259550" y="3362246"/>
                  <a:pt x="0" y="3102696"/>
                  <a:pt x="0" y="2782524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Click icon to add picture</a:t>
            </a:r>
            <a:endParaRPr lang="en-JP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B310476-C24E-4F18-B6AD-8904F6D8A402}"/>
              </a:ext>
            </a:extLst>
          </p:cNvPr>
          <p:cNvSpPr/>
          <p:nvPr userDrawn="1"/>
        </p:nvSpPr>
        <p:spPr>
          <a:xfrm>
            <a:off x="749005" y="3825835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81D4A45-B0D9-E41F-B563-FC8FA06C11D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49619" y="546209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8BA12B6-3F7D-17AB-E7C4-52B0564528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49619" y="572186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04B5B8D-3AF9-05C3-7FAA-5B30475BEF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49619" y="598163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7155E8-06F6-8A8B-B759-C7BBDCAC3B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49619" y="520232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03C8B16-F64D-3D16-EAD8-972041D211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9619" y="6241405"/>
            <a:ext cx="5289997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C1A1A0D-7F66-2345-CEB9-5D54428869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49619" y="3837426"/>
            <a:ext cx="5289997" cy="1120775"/>
          </a:xfrm>
        </p:spPr>
        <p:txBody>
          <a:bodyPr tIns="0" rIns="0" bIns="0">
            <a:normAutofit/>
          </a:bodyPr>
          <a:lstStyle>
            <a:lvl1pPr marL="0" indent="0">
              <a:lnSpc>
                <a:spcPct val="90000"/>
              </a:lnSpc>
              <a:buNone/>
              <a:defRPr sz="4100" b="1" i="0"/>
            </a:lvl1pPr>
          </a:lstStyle>
          <a:p>
            <a:pPr lvl="0"/>
            <a:r>
              <a:rPr lang="en-US" dirty="0"/>
              <a:t>Click to Add Title</a:t>
            </a:r>
            <a:endParaRPr lang="en-JP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41995C4-27C4-5550-01A9-280FBD1D1C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81249" y="6376220"/>
            <a:ext cx="1950447" cy="11194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4CC6762-EF76-554A-B821-76E6E8D62C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3057" y="3423144"/>
            <a:ext cx="2033033" cy="112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15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0229" y="3294870"/>
            <a:ext cx="4736525" cy="49334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+mn-lt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Section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62D2EF-860C-0EF9-0D9D-F4DA4D85B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40229" y="2825357"/>
            <a:ext cx="4736525" cy="338534"/>
          </a:xfrm>
        </p:spPr>
        <p:txBody>
          <a:bodyPr>
            <a:noAutofit/>
          </a:bodyPr>
          <a:lstStyle>
            <a:lvl1pPr marL="0" indent="0">
              <a:buNone/>
              <a:defRPr sz="1400" b="1" i="0" spc="1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SUBSECTION</a:t>
            </a:r>
            <a:endParaRPr lang="en-JP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E797E3-8C79-F482-EE1C-2CF43D7DED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0177" y="2035774"/>
            <a:ext cx="2200052" cy="2044700"/>
          </a:xfrm>
        </p:spPr>
        <p:txBody>
          <a:bodyPr tIns="0" rIns="0" bIns="0">
            <a:noAutofit/>
          </a:bodyPr>
          <a:lstStyle>
            <a:lvl1pPr marL="0" indent="0">
              <a:buNone/>
              <a:defRPr sz="14000" b="1" i="0" spc="-150">
                <a:solidFill>
                  <a:schemeClr val="accent4"/>
                </a:solidFill>
              </a:defRPr>
            </a:lvl1pPr>
            <a:lvl2pPr marL="457068" indent="0">
              <a:buNone/>
              <a:defRPr/>
            </a:lvl2pPr>
            <a:lvl3pPr marL="914149" indent="0">
              <a:buNone/>
              <a:defRPr/>
            </a:lvl3pPr>
            <a:lvl4pPr marL="1371219" indent="0">
              <a:buNone/>
              <a:defRPr/>
            </a:lvl4pPr>
            <a:lvl5pPr marL="1828290" indent="0">
              <a:buNone/>
              <a:defRPr/>
            </a:lvl5pPr>
          </a:lstStyle>
          <a:p>
            <a:pPr lvl="0"/>
            <a:r>
              <a:rPr lang="en-US" dirty="0"/>
              <a:t>#X</a:t>
            </a:r>
            <a:endParaRPr lang="en-JP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E7AFA21-1B23-5178-1FCE-159583B0A3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4395" y="-1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5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7149E-27B6-CF1F-ECDF-30C3D80372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" y="-1"/>
            <a:ext cx="12722659" cy="686117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3294870"/>
            <a:ext cx="4068109" cy="98065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+mn-lt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Section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62D2EF-860C-0EF9-0D9D-F4DA4D85B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4" y="2825357"/>
            <a:ext cx="4068110" cy="338534"/>
          </a:xfrm>
        </p:spPr>
        <p:txBody>
          <a:bodyPr>
            <a:noAutofit/>
          </a:bodyPr>
          <a:lstStyle>
            <a:lvl1pPr marL="0" indent="0">
              <a:buNone/>
              <a:defRPr sz="1400" b="1" i="0" spc="1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SUBSECTION</a:t>
            </a:r>
            <a:endParaRPr lang="en-JP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E797E3-8C79-F482-EE1C-2CF43D7DED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9750" y="1752600"/>
            <a:ext cx="7306612" cy="6858001"/>
          </a:xfr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50000" b="1" i="0" spc="-300">
                <a:solidFill>
                  <a:schemeClr val="bg1">
                    <a:alpha val="30000"/>
                  </a:schemeClr>
                </a:solidFill>
              </a:defRPr>
            </a:lvl1pPr>
            <a:lvl2pPr marL="457068" indent="0">
              <a:buNone/>
              <a:defRPr/>
            </a:lvl2pPr>
            <a:lvl3pPr marL="914149" indent="0">
              <a:buNone/>
              <a:defRPr/>
            </a:lvl3pPr>
            <a:lvl4pPr marL="1371219" indent="0">
              <a:buNone/>
              <a:defRPr/>
            </a:lvl4pPr>
            <a:lvl5pPr marL="1828290" indent="0">
              <a:buNone/>
              <a:defRPr/>
            </a:lvl5pPr>
          </a:lstStyle>
          <a:p>
            <a:pPr lvl="0"/>
            <a:r>
              <a:rPr lang="en-US" dirty="0"/>
              <a:t>#X</a:t>
            </a:r>
            <a:endParaRPr lang="en-JP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032E5A7-CB2B-663A-F33A-DE5DFD841A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475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24F985-929E-4C0E-98F5-6EB32959A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6" b="1069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3294870"/>
            <a:ext cx="4185097" cy="49334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bg1"/>
                </a:solidFill>
                <a:latin typeface="Aptos SemiBold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Section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62D2EF-860C-0EF9-0D9D-F4DA4D85B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825357"/>
            <a:ext cx="4185097" cy="338534"/>
          </a:xfrm>
        </p:spPr>
        <p:txBody>
          <a:bodyPr>
            <a:noAutofit/>
          </a:bodyPr>
          <a:lstStyle>
            <a:lvl1pPr marL="0" indent="0">
              <a:buNone/>
              <a:defRPr sz="1400" b="1" i="0" spc="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SUBSECTION</a:t>
            </a:r>
            <a:endParaRPr lang="en-JP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308766B-2A71-CCB8-F502-017141C9B9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02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a one-column layout. Click to add content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6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EB3013-FCB4-1B4E-A9F2-FD57CF727C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804E26-084A-C117-4E65-6596BFFEAA37}"/>
              </a:ext>
            </a:extLst>
          </p:cNvPr>
          <p:cNvSpPr/>
          <p:nvPr userDrawn="1"/>
        </p:nvSpPr>
        <p:spPr>
          <a:xfrm>
            <a:off x="312373" y="315081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9D6B76-B184-2FAB-753A-DA44966938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7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EB3013-FCB4-1B4E-A9F2-FD57CF727C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DF030C6-4472-B0B9-85E0-5BB4281854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5580000" cy="5328857"/>
          </a:xfrm>
          <a:prstGeom prst="rect">
            <a:avLst/>
          </a:prstGeom>
        </p:spPr>
        <p:txBody>
          <a:bodyPr tIns="0" rIns="0" bIns="0" numCol="2" spcCol="540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a two-column layout. Click to add content. 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8D63629-EEFE-3274-3106-D43FF44EB8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4514" y="1105495"/>
            <a:ext cx="5580000" cy="5328857"/>
          </a:xfrm>
          <a:prstGeom prst="rect">
            <a:avLst/>
          </a:prstGeom>
        </p:spPr>
        <p:txBody>
          <a:bodyPr tIns="0" rIns="0" bIns="0" numCol="2" spcCol="540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a two-column layout. Click to add content. </a:t>
            </a:r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118ED9F5-CC62-DC37-5B4B-EB202D6D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2D0F190-8551-F7DC-9CB0-2E5DCFFD97F9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BB662F-B283-DFEE-1AF9-F4BCB98FB4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48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709C50A-25A5-7641-AAFB-B85296034B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6969" y="6194344"/>
            <a:ext cx="2678060" cy="16061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5DA52-BBAF-EA48-AEC6-EA08F428CF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2293937"/>
            <a:ext cx="11591925" cy="2270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000" b="0" i="0"/>
            </a:lvl1pPr>
          </a:lstStyle>
          <a:p>
            <a:pPr lvl="0"/>
            <a:r>
              <a:rPr lang="en-US" dirty="0"/>
              <a:t>Thank You</a:t>
            </a:r>
            <a:endParaRPr lang="en-JP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D03A3F-FF72-352A-2779-81D5BC1225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74295" y="6503240"/>
            <a:ext cx="3876475" cy="23565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7485293-AFF2-49B2-9DBC-23659691D4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9765" y="5110665"/>
            <a:ext cx="2172467" cy="119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41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5DA52-BBAF-EA48-AEC6-EA08F428CF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371959"/>
            <a:ext cx="11591925" cy="60447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3000" b="0" i="0"/>
            </a:lvl1pPr>
          </a:lstStyle>
          <a:p>
            <a:pPr lvl="0"/>
            <a:r>
              <a:rPr lang="en-US" dirty="0"/>
              <a:t>Blank slide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226569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dvance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0DD41-BD6B-7941-8305-67EF42EC2B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4486BE7-E24B-D445-B95D-8D976B5C59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6929" y="3575904"/>
            <a:ext cx="5708650" cy="2840771"/>
          </a:xfrm>
        </p:spPr>
        <p:txBody>
          <a:bodyPr tIns="0" rIns="0" bIns="0" numCol="1"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F66F056-E301-3942-8399-963B744AD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4625"/>
            <a:ext cx="4114800" cy="19450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3247B7AF-EE58-F847-A606-0F6623504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1D9C203-575D-DE43-B0D0-0D00DFD467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078" y="6524625"/>
            <a:ext cx="6968348" cy="203989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8" name="タイトル プレースホルダ 1">
            <a:extLst>
              <a:ext uri="{FF2B5EF4-FFF2-40B4-BE49-F238E27FC236}">
                <a16:creationId xmlns:a16="http://schemas.microsoft.com/office/drawing/2014/main" id="{AB0B1149-693D-5285-4784-C2803D5CE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27FB4AA-447D-663A-322D-135A4260448E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26C365E-1BD7-81FD-AC5D-834842D5C9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50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BB454FD-9C16-FC47-B46E-6675394572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3726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68F3A49-7287-1C4D-93C8-50E3C0B4F1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99967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1" name="Footer Placeholder 8">
            <a:extLst>
              <a:ext uri="{FF2B5EF4-FFF2-40B4-BE49-F238E27FC236}">
                <a16:creationId xmlns:a16="http://schemas.microsoft.com/office/drawing/2014/main" id="{519BC59F-4516-0043-8BAC-F9FE45B6A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854E474F-30B0-604E-9699-287AC57C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9681050-C142-4F4F-B3C6-6F52F3C55C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10504E2-40F0-054E-8424-D247EF2CA2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73E75F2-7FFB-DC4C-8964-799372FCF5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E858A0F9-5241-6093-5A33-96A186F887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8CC6E74-9838-ECA1-9DF4-5604DF81DB67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B76537F-71B3-A911-0F04-9B81756902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22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dvanced 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2768935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B44FCC3-4D78-4B4B-9954-8DDD611141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6854" y="3575904"/>
            <a:ext cx="2768935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6524CA2-DA30-114C-A9B8-F8DAEF9E73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6210" y="3575904"/>
            <a:ext cx="2768935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4E9AB09-73AA-7B44-80FD-2915C36CE5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1915" y="3575904"/>
            <a:ext cx="2768935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3" name="Footer Placeholder 8">
            <a:extLst>
              <a:ext uri="{FF2B5EF4-FFF2-40B4-BE49-F238E27FC236}">
                <a16:creationId xmlns:a16="http://schemas.microsoft.com/office/drawing/2014/main" id="{5847D930-C86A-4141-9E53-F3E327246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09D7D5A4-06C4-C54C-808E-ACD16F70C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5802A203-D793-AA49-9119-D4973F036D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673EA04-611C-E54E-B4A1-0F235FB0C4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77E6AC5-CFE4-4546-9BBE-B5899CCF3B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999D44B1-A10A-21BB-E690-618A9F2F8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B211E3-C034-1A68-82A5-FCD5656FA296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7A44858-3393-BB14-FA26-BD4905061C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3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B3311DE3-EC35-4C49-805E-57AB2D90E99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317111" y="1093767"/>
            <a:ext cx="7874889" cy="5324194"/>
          </a:xfrm>
          <a:custGeom>
            <a:avLst/>
            <a:gdLst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594674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754331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8375094"/>
              <a:gd name="connsiteY0" fmla="*/ 505049 h 5434275"/>
              <a:gd name="connsiteX1" fmla="*/ 393682 w 8375094"/>
              <a:gd name="connsiteY1" fmla="*/ 111367 h 5434275"/>
              <a:gd name="connsiteX2" fmla="*/ 7754331 w 8375094"/>
              <a:gd name="connsiteY2" fmla="*/ 111367 h 5434275"/>
              <a:gd name="connsiteX3" fmla="*/ 7988356 w 8375094"/>
              <a:gd name="connsiteY3" fmla="*/ 505049 h 5434275"/>
              <a:gd name="connsiteX4" fmla="*/ 7988356 w 8375094"/>
              <a:gd name="connsiteY4" fmla="*/ 5040593 h 5434275"/>
              <a:gd name="connsiteX5" fmla="*/ 7594674 w 8375094"/>
              <a:gd name="connsiteY5" fmla="*/ 5434275 h 5434275"/>
              <a:gd name="connsiteX6" fmla="*/ 393682 w 8375094"/>
              <a:gd name="connsiteY6" fmla="*/ 5434275 h 5434275"/>
              <a:gd name="connsiteX7" fmla="*/ 0 w 8375094"/>
              <a:gd name="connsiteY7" fmla="*/ 5040593 h 5434275"/>
              <a:gd name="connsiteX8" fmla="*/ 0 w 8375094"/>
              <a:gd name="connsiteY8" fmla="*/ 505049 h 5434275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7996897"/>
              <a:gd name="connsiteY0" fmla="*/ 758810 h 5688036"/>
              <a:gd name="connsiteX1" fmla="*/ 393682 w 7996897"/>
              <a:gd name="connsiteY1" fmla="*/ 365128 h 5688036"/>
              <a:gd name="connsiteX2" fmla="*/ 7754331 w 7996897"/>
              <a:gd name="connsiteY2" fmla="*/ 365128 h 5688036"/>
              <a:gd name="connsiteX3" fmla="*/ 7988356 w 7996897"/>
              <a:gd name="connsiteY3" fmla="*/ 5294354 h 5688036"/>
              <a:gd name="connsiteX4" fmla="*/ 7594674 w 7996897"/>
              <a:gd name="connsiteY4" fmla="*/ 5688036 h 5688036"/>
              <a:gd name="connsiteX5" fmla="*/ 393682 w 7996897"/>
              <a:gd name="connsiteY5" fmla="*/ 5688036 h 5688036"/>
              <a:gd name="connsiteX6" fmla="*/ 0 w 7996897"/>
              <a:gd name="connsiteY6" fmla="*/ 5294354 h 5688036"/>
              <a:gd name="connsiteX7" fmla="*/ 0 w 7996897"/>
              <a:gd name="connsiteY7" fmla="*/ 758810 h 5688036"/>
              <a:gd name="connsiteX0" fmla="*/ 0 w 8074482"/>
              <a:gd name="connsiteY0" fmla="*/ 752721 h 5681947"/>
              <a:gd name="connsiteX1" fmla="*/ 393682 w 8074482"/>
              <a:gd name="connsiteY1" fmla="*/ 359039 h 5681947"/>
              <a:gd name="connsiteX2" fmla="*/ 7952039 w 8074482"/>
              <a:gd name="connsiteY2" fmla="*/ 367277 h 5681947"/>
              <a:gd name="connsiteX3" fmla="*/ 7988356 w 8074482"/>
              <a:gd name="connsiteY3" fmla="*/ 5288265 h 5681947"/>
              <a:gd name="connsiteX4" fmla="*/ 7594674 w 8074482"/>
              <a:gd name="connsiteY4" fmla="*/ 5681947 h 5681947"/>
              <a:gd name="connsiteX5" fmla="*/ 393682 w 8074482"/>
              <a:gd name="connsiteY5" fmla="*/ 5681947 h 5681947"/>
              <a:gd name="connsiteX6" fmla="*/ 0 w 8074482"/>
              <a:gd name="connsiteY6" fmla="*/ 5288265 h 5681947"/>
              <a:gd name="connsiteX7" fmla="*/ 0 w 8074482"/>
              <a:gd name="connsiteY7" fmla="*/ 752721 h 5681947"/>
              <a:gd name="connsiteX0" fmla="*/ 0 w 8074482"/>
              <a:gd name="connsiteY0" fmla="*/ 393682 h 5322908"/>
              <a:gd name="connsiteX1" fmla="*/ 393682 w 8074482"/>
              <a:gd name="connsiteY1" fmla="*/ 0 h 5322908"/>
              <a:gd name="connsiteX2" fmla="*/ 7952039 w 8074482"/>
              <a:gd name="connsiteY2" fmla="*/ 8238 h 5322908"/>
              <a:gd name="connsiteX3" fmla="*/ 7988356 w 8074482"/>
              <a:gd name="connsiteY3" fmla="*/ 4929226 h 5322908"/>
              <a:gd name="connsiteX4" fmla="*/ 7594674 w 8074482"/>
              <a:gd name="connsiteY4" fmla="*/ 5322908 h 5322908"/>
              <a:gd name="connsiteX5" fmla="*/ 393682 w 8074482"/>
              <a:gd name="connsiteY5" fmla="*/ 5322908 h 5322908"/>
              <a:gd name="connsiteX6" fmla="*/ 0 w 8074482"/>
              <a:gd name="connsiteY6" fmla="*/ 4929226 h 5322908"/>
              <a:gd name="connsiteX7" fmla="*/ 0 w 8074482"/>
              <a:gd name="connsiteY7" fmla="*/ 393682 h 5322908"/>
              <a:gd name="connsiteX0" fmla="*/ 0 w 7997034"/>
              <a:gd name="connsiteY0" fmla="*/ 393682 h 5322908"/>
              <a:gd name="connsiteX1" fmla="*/ 393682 w 7997034"/>
              <a:gd name="connsiteY1" fmla="*/ 0 h 5322908"/>
              <a:gd name="connsiteX2" fmla="*/ 7952039 w 7997034"/>
              <a:gd name="connsiteY2" fmla="*/ 8238 h 5322908"/>
              <a:gd name="connsiteX3" fmla="*/ 7988356 w 7997034"/>
              <a:gd name="connsiteY3" fmla="*/ 4929226 h 5322908"/>
              <a:gd name="connsiteX4" fmla="*/ 7594674 w 7997034"/>
              <a:gd name="connsiteY4" fmla="*/ 5322908 h 5322908"/>
              <a:gd name="connsiteX5" fmla="*/ 393682 w 7997034"/>
              <a:gd name="connsiteY5" fmla="*/ 5322908 h 5322908"/>
              <a:gd name="connsiteX6" fmla="*/ 0 w 7997034"/>
              <a:gd name="connsiteY6" fmla="*/ 4929226 h 5322908"/>
              <a:gd name="connsiteX7" fmla="*/ 0 w 7997034"/>
              <a:gd name="connsiteY7" fmla="*/ 393682 h 5322908"/>
              <a:gd name="connsiteX0" fmla="*/ 0 w 8001873"/>
              <a:gd name="connsiteY0" fmla="*/ 393682 h 5322908"/>
              <a:gd name="connsiteX1" fmla="*/ 393682 w 8001873"/>
              <a:gd name="connsiteY1" fmla="*/ 0 h 5322908"/>
              <a:gd name="connsiteX2" fmla="*/ 7975852 w 8001873"/>
              <a:gd name="connsiteY2" fmla="*/ 8238 h 5322908"/>
              <a:gd name="connsiteX3" fmla="*/ 7988356 w 8001873"/>
              <a:gd name="connsiteY3" fmla="*/ 4929226 h 5322908"/>
              <a:gd name="connsiteX4" fmla="*/ 7594674 w 8001873"/>
              <a:gd name="connsiteY4" fmla="*/ 5322908 h 5322908"/>
              <a:gd name="connsiteX5" fmla="*/ 393682 w 8001873"/>
              <a:gd name="connsiteY5" fmla="*/ 5322908 h 5322908"/>
              <a:gd name="connsiteX6" fmla="*/ 0 w 8001873"/>
              <a:gd name="connsiteY6" fmla="*/ 4929226 h 5322908"/>
              <a:gd name="connsiteX7" fmla="*/ 0 w 8001873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8238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3476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7998730"/>
              <a:gd name="connsiteY0" fmla="*/ 393682 h 5322908"/>
              <a:gd name="connsiteX1" fmla="*/ 393682 w 7998730"/>
              <a:gd name="connsiteY1" fmla="*/ 0 h 5322908"/>
              <a:gd name="connsiteX2" fmla="*/ 7971090 w 7998730"/>
              <a:gd name="connsiteY2" fmla="*/ 3476 h 5322908"/>
              <a:gd name="connsiteX3" fmla="*/ 7988356 w 7998730"/>
              <a:gd name="connsiteY3" fmla="*/ 4929226 h 5322908"/>
              <a:gd name="connsiteX4" fmla="*/ 7594674 w 7998730"/>
              <a:gd name="connsiteY4" fmla="*/ 5322908 h 5322908"/>
              <a:gd name="connsiteX5" fmla="*/ 393682 w 7998730"/>
              <a:gd name="connsiteY5" fmla="*/ 5322908 h 5322908"/>
              <a:gd name="connsiteX6" fmla="*/ 0 w 7998730"/>
              <a:gd name="connsiteY6" fmla="*/ 4929226 h 5322908"/>
              <a:gd name="connsiteX7" fmla="*/ 0 w 7998730"/>
              <a:gd name="connsiteY7" fmla="*/ 393682 h 5322908"/>
              <a:gd name="connsiteX0" fmla="*/ 0 w 7999733"/>
              <a:gd name="connsiteY0" fmla="*/ 394968 h 5324194"/>
              <a:gd name="connsiteX1" fmla="*/ 393682 w 7999733"/>
              <a:gd name="connsiteY1" fmla="*/ 1286 h 5324194"/>
              <a:gd name="connsiteX2" fmla="*/ 7975853 w 7999733"/>
              <a:gd name="connsiteY2" fmla="*/ 0 h 5324194"/>
              <a:gd name="connsiteX3" fmla="*/ 7988356 w 7999733"/>
              <a:gd name="connsiteY3" fmla="*/ 4930512 h 5324194"/>
              <a:gd name="connsiteX4" fmla="*/ 7594674 w 7999733"/>
              <a:gd name="connsiteY4" fmla="*/ 5324194 h 5324194"/>
              <a:gd name="connsiteX5" fmla="*/ 393682 w 7999733"/>
              <a:gd name="connsiteY5" fmla="*/ 5324194 h 5324194"/>
              <a:gd name="connsiteX6" fmla="*/ 0 w 7999733"/>
              <a:gd name="connsiteY6" fmla="*/ 4930512 h 5324194"/>
              <a:gd name="connsiteX7" fmla="*/ 0 w 7999733"/>
              <a:gd name="connsiteY7" fmla="*/ 394968 h 5324194"/>
              <a:gd name="connsiteX0" fmla="*/ 0 w 8727594"/>
              <a:gd name="connsiteY0" fmla="*/ 394968 h 5324194"/>
              <a:gd name="connsiteX1" fmla="*/ 393682 w 8727594"/>
              <a:gd name="connsiteY1" fmla="*/ 1286 h 5324194"/>
              <a:gd name="connsiteX2" fmla="*/ 7975853 w 8727594"/>
              <a:gd name="connsiteY2" fmla="*/ 0 h 5324194"/>
              <a:gd name="connsiteX3" fmla="*/ 7594674 w 8727594"/>
              <a:gd name="connsiteY3" fmla="*/ 5324194 h 5324194"/>
              <a:gd name="connsiteX4" fmla="*/ 393682 w 8727594"/>
              <a:gd name="connsiteY4" fmla="*/ 5324194 h 5324194"/>
              <a:gd name="connsiteX5" fmla="*/ 0 w 8727594"/>
              <a:gd name="connsiteY5" fmla="*/ 4930512 h 5324194"/>
              <a:gd name="connsiteX6" fmla="*/ 0 w 8727594"/>
              <a:gd name="connsiteY6" fmla="*/ 394968 h 5324194"/>
              <a:gd name="connsiteX0" fmla="*/ 0 w 8907174"/>
              <a:gd name="connsiteY0" fmla="*/ 394968 h 5324194"/>
              <a:gd name="connsiteX1" fmla="*/ 393682 w 8907174"/>
              <a:gd name="connsiteY1" fmla="*/ 1286 h 5324194"/>
              <a:gd name="connsiteX2" fmla="*/ 7975853 w 8907174"/>
              <a:gd name="connsiteY2" fmla="*/ 0 h 5324194"/>
              <a:gd name="connsiteX3" fmla="*/ 7989961 w 8907174"/>
              <a:gd name="connsiteY3" fmla="*/ 5324194 h 5324194"/>
              <a:gd name="connsiteX4" fmla="*/ 393682 w 8907174"/>
              <a:gd name="connsiteY4" fmla="*/ 5324194 h 5324194"/>
              <a:gd name="connsiteX5" fmla="*/ 0 w 8907174"/>
              <a:gd name="connsiteY5" fmla="*/ 4930512 h 5324194"/>
              <a:gd name="connsiteX6" fmla="*/ 0 w 8907174"/>
              <a:gd name="connsiteY6" fmla="*/ 394968 h 5324194"/>
              <a:gd name="connsiteX0" fmla="*/ 0 w 8513309"/>
              <a:gd name="connsiteY0" fmla="*/ 394968 h 5324194"/>
              <a:gd name="connsiteX1" fmla="*/ 393682 w 8513309"/>
              <a:gd name="connsiteY1" fmla="*/ 1286 h 5324194"/>
              <a:gd name="connsiteX2" fmla="*/ 7975853 w 8513309"/>
              <a:gd name="connsiteY2" fmla="*/ 0 h 5324194"/>
              <a:gd name="connsiteX3" fmla="*/ 7989961 w 8513309"/>
              <a:gd name="connsiteY3" fmla="*/ 5324194 h 5324194"/>
              <a:gd name="connsiteX4" fmla="*/ 393682 w 8513309"/>
              <a:gd name="connsiteY4" fmla="*/ 5324194 h 5324194"/>
              <a:gd name="connsiteX5" fmla="*/ 0 w 8513309"/>
              <a:gd name="connsiteY5" fmla="*/ 4930512 h 5324194"/>
              <a:gd name="connsiteX6" fmla="*/ 0 w 8513309"/>
              <a:gd name="connsiteY6" fmla="*/ 394968 h 5324194"/>
              <a:gd name="connsiteX0" fmla="*/ 0 w 8510814"/>
              <a:gd name="connsiteY0" fmla="*/ 394968 h 5324194"/>
              <a:gd name="connsiteX1" fmla="*/ 393682 w 8510814"/>
              <a:gd name="connsiteY1" fmla="*/ 1286 h 5324194"/>
              <a:gd name="connsiteX2" fmla="*/ 7975853 w 8510814"/>
              <a:gd name="connsiteY2" fmla="*/ 0 h 5324194"/>
              <a:gd name="connsiteX3" fmla="*/ 7980436 w 8510814"/>
              <a:gd name="connsiteY3" fmla="*/ 5324194 h 5324194"/>
              <a:gd name="connsiteX4" fmla="*/ 393682 w 8510814"/>
              <a:gd name="connsiteY4" fmla="*/ 5324194 h 5324194"/>
              <a:gd name="connsiteX5" fmla="*/ 0 w 8510814"/>
              <a:gd name="connsiteY5" fmla="*/ 4930512 h 5324194"/>
              <a:gd name="connsiteX6" fmla="*/ 0 w 8510814"/>
              <a:gd name="connsiteY6" fmla="*/ 394968 h 5324194"/>
              <a:gd name="connsiteX0" fmla="*/ 0 w 7981082"/>
              <a:gd name="connsiteY0" fmla="*/ 394968 h 5324194"/>
              <a:gd name="connsiteX1" fmla="*/ 393682 w 7981082"/>
              <a:gd name="connsiteY1" fmla="*/ 1286 h 5324194"/>
              <a:gd name="connsiteX2" fmla="*/ 7975853 w 7981082"/>
              <a:gd name="connsiteY2" fmla="*/ 0 h 5324194"/>
              <a:gd name="connsiteX3" fmla="*/ 7980436 w 7981082"/>
              <a:gd name="connsiteY3" fmla="*/ 5324194 h 5324194"/>
              <a:gd name="connsiteX4" fmla="*/ 393682 w 7981082"/>
              <a:gd name="connsiteY4" fmla="*/ 5324194 h 5324194"/>
              <a:gd name="connsiteX5" fmla="*/ 0 w 7981082"/>
              <a:gd name="connsiteY5" fmla="*/ 4930512 h 5324194"/>
              <a:gd name="connsiteX6" fmla="*/ 0 w 7981082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873751"/>
              <a:gd name="connsiteY0" fmla="*/ 394968 h 5324194"/>
              <a:gd name="connsiteX1" fmla="*/ 393682 w 7873751"/>
              <a:gd name="connsiteY1" fmla="*/ 1286 h 5324194"/>
              <a:gd name="connsiteX2" fmla="*/ 7870345 w 7873751"/>
              <a:gd name="connsiteY2" fmla="*/ 0 h 5324194"/>
              <a:gd name="connsiteX3" fmla="*/ 7872330 w 7873751"/>
              <a:gd name="connsiteY3" fmla="*/ 5324194 h 5324194"/>
              <a:gd name="connsiteX4" fmla="*/ 393682 w 7873751"/>
              <a:gd name="connsiteY4" fmla="*/ 5324194 h 5324194"/>
              <a:gd name="connsiteX5" fmla="*/ 0 w 7873751"/>
              <a:gd name="connsiteY5" fmla="*/ 4930512 h 5324194"/>
              <a:gd name="connsiteX6" fmla="*/ 0 w 7873751"/>
              <a:gd name="connsiteY6" fmla="*/ 394968 h 5324194"/>
              <a:gd name="connsiteX0" fmla="*/ 0 w 7876724"/>
              <a:gd name="connsiteY0" fmla="*/ 394968 h 5324194"/>
              <a:gd name="connsiteX1" fmla="*/ 393682 w 7876724"/>
              <a:gd name="connsiteY1" fmla="*/ 1286 h 5324194"/>
              <a:gd name="connsiteX2" fmla="*/ 7874849 w 7876724"/>
              <a:gd name="connsiteY2" fmla="*/ 0 h 5324194"/>
              <a:gd name="connsiteX3" fmla="*/ 7872330 w 7876724"/>
              <a:gd name="connsiteY3" fmla="*/ 5324194 h 5324194"/>
              <a:gd name="connsiteX4" fmla="*/ 393682 w 7876724"/>
              <a:gd name="connsiteY4" fmla="*/ 5324194 h 5324194"/>
              <a:gd name="connsiteX5" fmla="*/ 0 w 7876724"/>
              <a:gd name="connsiteY5" fmla="*/ 4930512 h 5324194"/>
              <a:gd name="connsiteX6" fmla="*/ 0 w 7876724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74889" h="5324194">
                <a:moveTo>
                  <a:pt x="0" y="394968"/>
                </a:moveTo>
                <a:cubicBezTo>
                  <a:pt x="0" y="177543"/>
                  <a:pt x="176257" y="1286"/>
                  <a:pt x="393682" y="1286"/>
                </a:cubicBezTo>
                <a:lnTo>
                  <a:pt x="7874849" y="0"/>
                </a:lnTo>
                <a:cubicBezTo>
                  <a:pt x="7875123" y="1077136"/>
                  <a:pt x="7873963" y="4446353"/>
                  <a:pt x="7872330" y="5324194"/>
                </a:cubicBezTo>
                <a:lnTo>
                  <a:pt x="393682" y="5324194"/>
                </a:lnTo>
                <a:cubicBezTo>
                  <a:pt x="176257" y="5324194"/>
                  <a:pt x="0" y="5147937"/>
                  <a:pt x="0" y="4930512"/>
                </a:cubicBezTo>
                <a:lnTo>
                  <a:pt x="0" y="394968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5"/>
            <a:ext cx="3751966" cy="2840500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E4ACE247-6DA5-F044-A880-12BDFE149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5" name="スライド番号プレースホルダ 5">
            <a:extLst>
              <a:ext uri="{FF2B5EF4-FFF2-40B4-BE49-F238E27FC236}">
                <a16:creationId xmlns:a16="http://schemas.microsoft.com/office/drawing/2014/main" id="{78815F79-70B9-A343-88C1-1B41F1510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6ACFB15D-3880-FB46-8B5A-E057FE4C9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F3CD883-F623-E54C-A27A-38B7EB9570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2D601E3-CC68-7845-AAF4-3AD141198B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490A1880-F2BA-C78C-65B7-F293390BC9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D9E508-C1B2-5F07-A1BE-09EA83F3CC6C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C4704A1-A0C7-6109-84F0-3C13A8507F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65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dvanced _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8D5F5577-3F64-2049-A839-8C5C39554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1F67940-C534-7E4A-ACD3-D94AF5FFD3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763AA1A-832E-D147-B41F-806ECDE44A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40500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42B46CEA-C682-B846-A029-CD9FE12FF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A0BC325-8F09-754C-A71C-82A8AF93AF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6121FE7-559E-0846-8166-1968C2ECA7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5704886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981616AD-5FCE-F341-B307-479047B75A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5704886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88634D1C-11C1-2480-1737-DD44FA1BB0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13E8DF-24B0-E5DB-5A31-FAE4CE488476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D775D0D6-055C-A37D-CD93-5C2C8B52ED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06335" y="1093767"/>
            <a:ext cx="5880441" cy="5325543"/>
          </a:xfrm>
          <a:custGeom>
            <a:avLst/>
            <a:gdLst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594674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754331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8375094"/>
              <a:gd name="connsiteY0" fmla="*/ 505049 h 5434275"/>
              <a:gd name="connsiteX1" fmla="*/ 393682 w 8375094"/>
              <a:gd name="connsiteY1" fmla="*/ 111367 h 5434275"/>
              <a:gd name="connsiteX2" fmla="*/ 7754331 w 8375094"/>
              <a:gd name="connsiteY2" fmla="*/ 111367 h 5434275"/>
              <a:gd name="connsiteX3" fmla="*/ 7988356 w 8375094"/>
              <a:gd name="connsiteY3" fmla="*/ 505049 h 5434275"/>
              <a:gd name="connsiteX4" fmla="*/ 7988356 w 8375094"/>
              <a:gd name="connsiteY4" fmla="*/ 5040593 h 5434275"/>
              <a:gd name="connsiteX5" fmla="*/ 7594674 w 8375094"/>
              <a:gd name="connsiteY5" fmla="*/ 5434275 h 5434275"/>
              <a:gd name="connsiteX6" fmla="*/ 393682 w 8375094"/>
              <a:gd name="connsiteY6" fmla="*/ 5434275 h 5434275"/>
              <a:gd name="connsiteX7" fmla="*/ 0 w 8375094"/>
              <a:gd name="connsiteY7" fmla="*/ 5040593 h 5434275"/>
              <a:gd name="connsiteX8" fmla="*/ 0 w 8375094"/>
              <a:gd name="connsiteY8" fmla="*/ 505049 h 5434275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7996897"/>
              <a:gd name="connsiteY0" fmla="*/ 758810 h 5688036"/>
              <a:gd name="connsiteX1" fmla="*/ 393682 w 7996897"/>
              <a:gd name="connsiteY1" fmla="*/ 365128 h 5688036"/>
              <a:gd name="connsiteX2" fmla="*/ 7754331 w 7996897"/>
              <a:gd name="connsiteY2" fmla="*/ 365128 h 5688036"/>
              <a:gd name="connsiteX3" fmla="*/ 7988356 w 7996897"/>
              <a:gd name="connsiteY3" fmla="*/ 5294354 h 5688036"/>
              <a:gd name="connsiteX4" fmla="*/ 7594674 w 7996897"/>
              <a:gd name="connsiteY4" fmla="*/ 5688036 h 5688036"/>
              <a:gd name="connsiteX5" fmla="*/ 393682 w 7996897"/>
              <a:gd name="connsiteY5" fmla="*/ 5688036 h 5688036"/>
              <a:gd name="connsiteX6" fmla="*/ 0 w 7996897"/>
              <a:gd name="connsiteY6" fmla="*/ 5294354 h 5688036"/>
              <a:gd name="connsiteX7" fmla="*/ 0 w 7996897"/>
              <a:gd name="connsiteY7" fmla="*/ 758810 h 5688036"/>
              <a:gd name="connsiteX0" fmla="*/ 0 w 8074482"/>
              <a:gd name="connsiteY0" fmla="*/ 752721 h 5681947"/>
              <a:gd name="connsiteX1" fmla="*/ 393682 w 8074482"/>
              <a:gd name="connsiteY1" fmla="*/ 359039 h 5681947"/>
              <a:gd name="connsiteX2" fmla="*/ 7952039 w 8074482"/>
              <a:gd name="connsiteY2" fmla="*/ 367277 h 5681947"/>
              <a:gd name="connsiteX3" fmla="*/ 7988356 w 8074482"/>
              <a:gd name="connsiteY3" fmla="*/ 5288265 h 5681947"/>
              <a:gd name="connsiteX4" fmla="*/ 7594674 w 8074482"/>
              <a:gd name="connsiteY4" fmla="*/ 5681947 h 5681947"/>
              <a:gd name="connsiteX5" fmla="*/ 393682 w 8074482"/>
              <a:gd name="connsiteY5" fmla="*/ 5681947 h 5681947"/>
              <a:gd name="connsiteX6" fmla="*/ 0 w 8074482"/>
              <a:gd name="connsiteY6" fmla="*/ 5288265 h 5681947"/>
              <a:gd name="connsiteX7" fmla="*/ 0 w 8074482"/>
              <a:gd name="connsiteY7" fmla="*/ 752721 h 5681947"/>
              <a:gd name="connsiteX0" fmla="*/ 0 w 8074482"/>
              <a:gd name="connsiteY0" fmla="*/ 393682 h 5322908"/>
              <a:gd name="connsiteX1" fmla="*/ 393682 w 8074482"/>
              <a:gd name="connsiteY1" fmla="*/ 0 h 5322908"/>
              <a:gd name="connsiteX2" fmla="*/ 7952039 w 8074482"/>
              <a:gd name="connsiteY2" fmla="*/ 8238 h 5322908"/>
              <a:gd name="connsiteX3" fmla="*/ 7988356 w 8074482"/>
              <a:gd name="connsiteY3" fmla="*/ 4929226 h 5322908"/>
              <a:gd name="connsiteX4" fmla="*/ 7594674 w 8074482"/>
              <a:gd name="connsiteY4" fmla="*/ 5322908 h 5322908"/>
              <a:gd name="connsiteX5" fmla="*/ 393682 w 8074482"/>
              <a:gd name="connsiteY5" fmla="*/ 5322908 h 5322908"/>
              <a:gd name="connsiteX6" fmla="*/ 0 w 8074482"/>
              <a:gd name="connsiteY6" fmla="*/ 4929226 h 5322908"/>
              <a:gd name="connsiteX7" fmla="*/ 0 w 8074482"/>
              <a:gd name="connsiteY7" fmla="*/ 393682 h 5322908"/>
              <a:gd name="connsiteX0" fmla="*/ 0 w 7997034"/>
              <a:gd name="connsiteY0" fmla="*/ 393682 h 5322908"/>
              <a:gd name="connsiteX1" fmla="*/ 393682 w 7997034"/>
              <a:gd name="connsiteY1" fmla="*/ 0 h 5322908"/>
              <a:gd name="connsiteX2" fmla="*/ 7952039 w 7997034"/>
              <a:gd name="connsiteY2" fmla="*/ 8238 h 5322908"/>
              <a:gd name="connsiteX3" fmla="*/ 7988356 w 7997034"/>
              <a:gd name="connsiteY3" fmla="*/ 4929226 h 5322908"/>
              <a:gd name="connsiteX4" fmla="*/ 7594674 w 7997034"/>
              <a:gd name="connsiteY4" fmla="*/ 5322908 h 5322908"/>
              <a:gd name="connsiteX5" fmla="*/ 393682 w 7997034"/>
              <a:gd name="connsiteY5" fmla="*/ 5322908 h 5322908"/>
              <a:gd name="connsiteX6" fmla="*/ 0 w 7997034"/>
              <a:gd name="connsiteY6" fmla="*/ 4929226 h 5322908"/>
              <a:gd name="connsiteX7" fmla="*/ 0 w 7997034"/>
              <a:gd name="connsiteY7" fmla="*/ 393682 h 5322908"/>
              <a:gd name="connsiteX0" fmla="*/ 0 w 8001873"/>
              <a:gd name="connsiteY0" fmla="*/ 393682 h 5322908"/>
              <a:gd name="connsiteX1" fmla="*/ 393682 w 8001873"/>
              <a:gd name="connsiteY1" fmla="*/ 0 h 5322908"/>
              <a:gd name="connsiteX2" fmla="*/ 7975852 w 8001873"/>
              <a:gd name="connsiteY2" fmla="*/ 8238 h 5322908"/>
              <a:gd name="connsiteX3" fmla="*/ 7988356 w 8001873"/>
              <a:gd name="connsiteY3" fmla="*/ 4929226 h 5322908"/>
              <a:gd name="connsiteX4" fmla="*/ 7594674 w 8001873"/>
              <a:gd name="connsiteY4" fmla="*/ 5322908 h 5322908"/>
              <a:gd name="connsiteX5" fmla="*/ 393682 w 8001873"/>
              <a:gd name="connsiteY5" fmla="*/ 5322908 h 5322908"/>
              <a:gd name="connsiteX6" fmla="*/ 0 w 8001873"/>
              <a:gd name="connsiteY6" fmla="*/ 4929226 h 5322908"/>
              <a:gd name="connsiteX7" fmla="*/ 0 w 8001873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8238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3476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7998730"/>
              <a:gd name="connsiteY0" fmla="*/ 393682 h 5322908"/>
              <a:gd name="connsiteX1" fmla="*/ 393682 w 7998730"/>
              <a:gd name="connsiteY1" fmla="*/ 0 h 5322908"/>
              <a:gd name="connsiteX2" fmla="*/ 7971090 w 7998730"/>
              <a:gd name="connsiteY2" fmla="*/ 3476 h 5322908"/>
              <a:gd name="connsiteX3" fmla="*/ 7988356 w 7998730"/>
              <a:gd name="connsiteY3" fmla="*/ 4929226 h 5322908"/>
              <a:gd name="connsiteX4" fmla="*/ 7594674 w 7998730"/>
              <a:gd name="connsiteY4" fmla="*/ 5322908 h 5322908"/>
              <a:gd name="connsiteX5" fmla="*/ 393682 w 7998730"/>
              <a:gd name="connsiteY5" fmla="*/ 5322908 h 5322908"/>
              <a:gd name="connsiteX6" fmla="*/ 0 w 7998730"/>
              <a:gd name="connsiteY6" fmla="*/ 4929226 h 5322908"/>
              <a:gd name="connsiteX7" fmla="*/ 0 w 7998730"/>
              <a:gd name="connsiteY7" fmla="*/ 393682 h 5322908"/>
              <a:gd name="connsiteX0" fmla="*/ 0 w 7999733"/>
              <a:gd name="connsiteY0" fmla="*/ 394968 h 5324194"/>
              <a:gd name="connsiteX1" fmla="*/ 393682 w 7999733"/>
              <a:gd name="connsiteY1" fmla="*/ 1286 h 5324194"/>
              <a:gd name="connsiteX2" fmla="*/ 7975853 w 7999733"/>
              <a:gd name="connsiteY2" fmla="*/ 0 h 5324194"/>
              <a:gd name="connsiteX3" fmla="*/ 7988356 w 7999733"/>
              <a:gd name="connsiteY3" fmla="*/ 4930512 h 5324194"/>
              <a:gd name="connsiteX4" fmla="*/ 7594674 w 7999733"/>
              <a:gd name="connsiteY4" fmla="*/ 5324194 h 5324194"/>
              <a:gd name="connsiteX5" fmla="*/ 393682 w 7999733"/>
              <a:gd name="connsiteY5" fmla="*/ 5324194 h 5324194"/>
              <a:gd name="connsiteX6" fmla="*/ 0 w 7999733"/>
              <a:gd name="connsiteY6" fmla="*/ 4930512 h 5324194"/>
              <a:gd name="connsiteX7" fmla="*/ 0 w 7999733"/>
              <a:gd name="connsiteY7" fmla="*/ 394968 h 5324194"/>
              <a:gd name="connsiteX0" fmla="*/ 0 w 8727594"/>
              <a:gd name="connsiteY0" fmla="*/ 394968 h 5324194"/>
              <a:gd name="connsiteX1" fmla="*/ 393682 w 8727594"/>
              <a:gd name="connsiteY1" fmla="*/ 1286 h 5324194"/>
              <a:gd name="connsiteX2" fmla="*/ 7975853 w 8727594"/>
              <a:gd name="connsiteY2" fmla="*/ 0 h 5324194"/>
              <a:gd name="connsiteX3" fmla="*/ 7594674 w 8727594"/>
              <a:gd name="connsiteY3" fmla="*/ 5324194 h 5324194"/>
              <a:gd name="connsiteX4" fmla="*/ 393682 w 8727594"/>
              <a:gd name="connsiteY4" fmla="*/ 5324194 h 5324194"/>
              <a:gd name="connsiteX5" fmla="*/ 0 w 8727594"/>
              <a:gd name="connsiteY5" fmla="*/ 4930512 h 5324194"/>
              <a:gd name="connsiteX6" fmla="*/ 0 w 8727594"/>
              <a:gd name="connsiteY6" fmla="*/ 394968 h 5324194"/>
              <a:gd name="connsiteX0" fmla="*/ 0 w 8907174"/>
              <a:gd name="connsiteY0" fmla="*/ 394968 h 5324194"/>
              <a:gd name="connsiteX1" fmla="*/ 393682 w 8907174"/>
              <a:gd name="connsiteY1" fmla="*/ 1286 h 5324194"/>
              <a:gd name="connsiteX2" fmla="*/ 7975853 w 8907174"/>
              <a:gd name="connsiteY2" fmla="*/ 0 h 5324194"/>
              <a:gd name="connsiteX3" fmla="*/ 7989961 w 8907174"/>
              <a:gd name="connsiteY3" fmla="*/ 5324194 h 5324194"/>
              <a:gd name="connsiteX4" fmla="*/ 393682 w 8907174"/>
              <a:gd name="connsiteY4" fmla="*/ 5324194 h 5324194"/>
              <a:gd name="connsiteX5" fmla="*/ 0 w 8907174"/>
              <a:gd name="connsiteY5" fmla="*/ 4930512 h 5324194"/>
              <a:gd name="connsiteX6" fmla="*/ 0 w 8907174"/>
              <a:gd name="connsiteY6" fmla="*/ 394968 h 5324194"/>
              <a:gd name="connsiteX0" fmla="*/ 0 w 8513309"/>
              <a:gd name="connsiteY0" fmla="*/ 394968 h 5324194"/>
              <a:gd name="connsiteX1" fmla="*/ 393682 w 8513309"/>
              <a:gd name="connsiteY1" fmla="*/ 1286 h 5324194"/>
              <a:gd name="connsiteX2" fmla="*/ 7975853 w 8513309"/>
              <a:gd name="connsiteY2" fmla="*/ 0 h 5324194"/>
              <a:gd name="connsiteX3" fmla="*/ 7989961 w 8513309"/>
              <a:gd name="connsiteY3" fmla="*/ 5324194 h 5324194"/>
              <a:gd name="connsiteX4" fmla="*/ 393682 w 8513309"/>
              <a:gd name="connsiteY4" fmla="*/ 5324194 h 5324194"/>
              <a:gd name="connsiteX5" fmla="*/ 0 w 8513309"/>
              <a:gd name="connsiteY5" fmla="*/ 4930512 h 5324194"/>
              <a:gd name="connsiteX6" fmla="*/ 0 w 8513309"/>
              <a:gd name="connsiteY6" fmla="*/ 394968 h 5324194"/>
              <a:gd name="connsiteX0" fmla="*/ 0 w 8510814"/>
              <a:gd name="connsiteY0" fmla="*/ 394968 h 5324194"/>
              <a:gd name="connsiteX1" fmla="*/ 393682 w 8510814"/>
              <a:gd name="connsiteY1" fmla="*/ 1286 h 5324194"/>
              <a:gd name="connsiteX2" fmla="*/ 7975853 w 8510814"/>
              <a:gd name="connsiteY2" fmla="*/ 0 h 5324194"/>
              <a:gd name="connsiteX3" fmla="*/ 7980436 w 8510814"/>
              <a:gd name="connsiteY3" fmla="*/ 5324194 h 5324194"/>
              <a:gd name="connsiteX4" fmla="*/ 393682 w 8510814"/>
              <a:gd name="connsiteY4" fmla="*/ 5324194 h 5324194"/>
              <a:gd name="connsiteX5" fmla="*/ 0 w 8510814"/>
              <a:gd name="connsiteY5" fmla="*/ 4930512 h 5324194"/>
              <a:gd name="connsiteX6" fmla="*/ 0 w 8510814"/>
              <a:gd name="connsiteY6" fmla="*/ 394968 h 5324194"/>
              <a:gd name="connsiteX0" fmla="*/ 0 w 7981082"/>
              <a:gd name="connsiteY0" fmla="*/ 394968 h 5324194"/>
              <a:gd name="connsiteX1" fmla="*/ 393682 w 7981082"/>
              <a:gd name="connsiteY1" fmla="*/ 1286 h 5324194"/>
              <a:gd name="connsiteX2" fmla="*/ 7975853 w 7981082"/>
              <a:gd name="connsiteY2" fmla="*/ 0 h 5324194"/>
              <a:gd name="connsiteX3" fmla="*/ 7980436 w 7981082"/>
              <a:gd name="connsiteY3" fmla="*/ 5324194 h 5324194"/>
              <a:gd name="connsiteX4" fmla="*/ 393682 w 7981082"/>
              <a:gd name="connsiteY4" fmla="*/ 5324194 h 5324194"/>
              <a:gd name="connsiteX5" fmla="*/ 0 w 7981082"/>
              <a:gd name="connsiteY5" fmla="*/ 4930512 h 5324194"/>
              <a:gd name="connsiteX6" fmla="*/ 0 w 7981082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873751"/>
              <a:gd name="connsiteY0" fmla="*/ 394968 h 5324194"/>
              <a:gd name="connsiteX1" fmla="*/ 393682 w 7873751"/>
              <a:gd name="connsiteY1" fmla="*/ 1286 h 5324194"/>
              <a:gd name="connsiteX2" fmla="*/ 7870345 w 7873751"/>
              <a:gd name="connsiteY2" fmla="*/ 0 h 5324194"/>
              <a:gd name="connsiteX3" fmla="*/ 7872330 w 7873751"/>
              <a:gd name="connsiteY3" fmla="*/ 5324194 h 5324194"/>
              <a:gd name="connsiteX4" fmla="*/ 393682 w 7873751"/>
              <a:gd name="connsiteY4" fmla="*/ 5324194 h 5324194"/>
              <a:gd name="connsiteX5" fmla="*/ 0 w 7873751"/>
              <a:gd name="connsiteY5" fmla="*/ 4930512 h 5324194"/>
              <a:gd name="connsiteX6" fmla="*/ 0 w 7873751"/>
              <a:gd name="connsiteY6" fmla="*/ 394968 h 5324194"/>
              <a:gd name="connsiteX0" fmla="*/ 0 w 7876724"/>
              <a:gd name="connsiteY0" fmla="*/ 394968 h 5324194"/>
              <a:gd name="connsiteX1" fmla="*/ 393682 w 7876724"/>
              <a:gd name="connsiteY1" fmla="*/ 1286 h 5324194"/>
              <a:gd name="connsiteX2" fmla="*/ 7874849 w 7876724"/>
              <a:gd name="connsiteY2" fmla="*/ 0 h 5324194"/>
              <a:gd name="connsiteX3" fmla="*/ 7872330 w 7876724"/>
              <a:gd name="connsiteY3" fmla="*/ 5324194 h 5324194"/>
              <a:gd name="connsiteX4" fmla="*/ 393682 w 7876724"/>
              <a:gd name="connsiteY4" fmla="*/ 5324194 h 5324194"/>
              <a:gd name="connsiteX5" fmla="*/ 0 w 7876724"/>
              <a:gd name="connsiteY5" fmla="*/ 4930512 h 5324194"/>
              <a:gd name="connsiteX6" fmla="*/ 0 w 7876724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2331"/>
              <a:gd name="connsiteY0" fmla="*/ 394968 h 5324194"/>
              <a:gd name="connsiteX1" fmla="*/ 393682 w 7872331"/>
              <a:gd name="connsiteY1" fmla="*/ 1286 h 5324194"/>
              <a:gd name="connsiteX2" fmla="*/ 5876715 w 7872331"/>
              <a:gd name="connsiteY2" fmla="*/ 0 h 5324194"/>
              <a:gd name="connsiteX3" fmla="*/ 7872330 w 7872331"/>
              <a:gd name="connsiteY3" fmla="*/ 5324194 h 5324194"/>
              <a:gd name="connsiteX4" fmla="*/ 393682 w 7872331"/>
              <a:gd name="connsiteY4" fmla="*/ 5324194 h 5324194"/>
              <a:gd name="connsiteX5" fmla="*/ 0 w 7872331"/>
              <a:gd name="connsiteY5" fmla="*/ 4930512 h 5324194"/>
              <a:gd name="connsiteX6" fmla="*/ 0 w 7872331"/>
              <a:gd name="connsiteY6" fmla="*/ 394968 h 5324194"/>
              <a:gd name="connsiteX0" fmla="*/ 0 w 5885664"/>
              <a:gd name="connsiteY0" fmla="*/ 394968 h 5335483"/>
              <a:gd name="connsiteX1" fmla="*/ 393682 w 5885664"/>
              <a:gd name="connsiteY1" fmla="*/ 1286 h 5335483"/>
              <a:gd name="connsiteX2" fmla="*/ 5876715 w 5885664"/>
              <a:gd name="connsiteY2" fmla="*/ 0 h 5335483"/>
              <a:gd name="connsiteX3" fmla="*/ 5885486 w 5885664"/>
              <a:gd name="connsiteY3" fmla="*/ 5335483 h 5335483"/>
              <a:gd name="connsiteX4" fmla="*/ 393682 w 5885664"/>
              <a:gd name="connsiteY4" fmla="*/ 5324194 h 5335483"/>
              <a:gd name="connsiteX5" fmla="*/ 0 w 5885664"/>
              <a:gd name="connsiteY5" fmla="*/ 4930512 h 5335483"/>
              <a:gd name="connsiteX6" fmla="*/ 0 w 5885664"/>
              <a:gd name="connsiteY6" fmla="*/ 394968 h 5335483"/>
              <a:gd name="connsiteX0" fmla="*/ 0 w 5876825"/>
              <a:gd name="connsiteY0" fmla="*/ 394968 h 5335483"/>
              <a:gd name="connsiteX1" fmla="*/ 393682 w 5876825"/>
              <a:gd name="connsiteY1" fmla="*/ 1286 h 5335483"/>
              <a:gd name="connsiteX2" fmla="*/ 5876715 w 5876825"/>
              <a:gd name="connsiteY2" fmla="*/ 0 h 5335483"/>
              <a:gd name="connsiteX3" fmla="*/ 5875212 w 5876825"/>
              <a:gd name="connsiteY3" fmla="*/ 5335483 h 5335483"/>
              <a:gd name="connsiteX4" fmla="*/ 393682 w 5876825"/>
              <a:gd name="connsiteY4" fmla="*/ 5324194 h 5335483"/>
              <a:gd name="connsiteX5" fmla="*/ 0 w 5876825"/>
              <a:gd name="connsiteY5" fmla="*/ 4930512 h 5335483"/>
              <a:gd name="connsiteX6" fmla="*/ 0 w 5876825"/>
              <a:gd name="connsiteY6" fmla="*/ 394968 h 5335483"/>
              <a:gd name="connsiteX0" fmla="*/ 0 w 5885281"/>
              <a:gd name="connsiteY0" fmla="*/ 394968 h 5330540"/>
              <a:gd name="connsiteX1" fmla="*/ 393682 w 5885281"/>
              <a:gd name="connsiteY1" fmla="*/ 1286 h 5330540"/>
              <a:gd name="connsiteX2" fmla="*/ 5876715 w 5885281"/>
              <a:gd name="connsiteY2" fmla="*/ 0 h 5330540"/>
              <a:gd name="connsiteX3" fmla="*/ 5885097 w 5885281"/>
              <a:gd name="connsiteY3" fmla="*/ 5330540 h 5330540"/>
              <a:gd name="connsiteX4" fmla="*/ 393682 w 5885281"/>
              <a:gd name="connsiteY4" fmla="*/ 5324194 h 5330540"/>
              <a:gd name="connsiteX5" fmla="*/ 0 w 5885281"/>
              <a:gd name="connsiteY5" fmla="*/ 4930512 h 5330540"/>
              <a:gd name="connsiteX6" fmla="*/ 0 w 5885281"/>
              <a:gd name="connsiteY6" fmla="*/ 394968 h 5330540"/>
              <a:gd name="connsiteX0" fmla="*/ 0 w 5885281"/>
              <a:gd name="connsiteY0" fmla="*/ 394968 h 5325543"/>
              <a:gd name="connsiteX1" fmla="*/ 393682 w 5885281"/>
              <a:gd name="connsiteY1" fmla="*/ 1286 h 5325543"/>
              <a:gd name="connsiteX2" fmla="*/ 5876715 w 5885281"/>
              <a:gd name="connsiteY2" fmla="*/ 0 h 5325543"/>
              <a:gd name="connsiteX3" fmla="*/ 5885097 w 5885281"/>
              <a:gd name="connsiteY3" fmla="*/ 5325543 h 5325543"/>
              <a:gd name="connsiteX4" fmla="*/ 393682 w 5885281"/>
              <a:gd name="connsiteY4" fmla="*/ 5324194 h 5325543"/>
              <a:gd name="connsiteX5" fmla="*/ 0 w 5885281"/>
              <a:gd name="connsiteY5" fmla="*/ 4930512 h 5325543"/>
              <a:gd name="connsiteX6" fmla="*/ 0 w 5885281"/>
              <a:gd name="connsiteY6" fmla="*/ 394968 h 5325543"/>
              <a:gd name="connsiteX0" fmla="*/ 0 w 5880441"/>
              <a:gd name="connsiteY0" fmla="*/ 394968 h 5325543"/>
              <a:gd name="connsiteX1" fmla="*/ 393682 w 5880441"/>
              <a:gd name="connsiteY1" fmla="*/ 1286 h 5325543"/>
              <a:gd name="connsiteX2" fmla="*/ 5876715 w 5880441"/>
              <a:gd name="connsiteY2" fmla="*/ 0 h 5325543"/>
              <a:gd name="connsiteX3" fmla="*/ 5880100 w 5880441"/>
              <a:gd name="connsiteY3" fmla="*/ 5325543 h 5325543"/>
              <a:gd name="connsiteX4" fmla="*/ 393682 w 5880441"/>
              <a:gd name="connsiteY4" fmla="*/ 5324194 h 5325543"/>
              <a:gd name="connsiteX5" fmla="*/ 0 w 5880441"/>
              <a:gd name="connsiteY5" fmla="*/ 4930512 h 5325543"/>
              <a:gd name="connsiteX6" fmla="*/ 0 w 5880441"/>
              <a:gd name="connsiteY6" fmla="*/ 394968 h 532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441" h="5325543">
                <a:moveTo>
                  <a:pt x="0" y="394968"/>
                </a:moveTo>
                <a:cubicBezTo>
                  <a:pt x="0" y="177543"/>
                  <a:pt x="176257" y="1286"/>
                  <a:pt x="393682" y="1286"/>
                </a:cubicBezTo>
                <a:lnTo>
                  <a:pt x="5876715" y="0"/>
                </a:lnTo>
                <a:cubicBezTo>
                  <a:pt x="5876989" y="1077136"/>
                  <a:pt x="5881733" y="4447702"/>
                  <a:pt x="5880100" y="5325543"/>
                </a:cubicBezTo>
                <a:lnTo>
                  <a:pt x="393682" y="5324194"/>
                </a:lnTo>
                <a:cubicBezTo>
                  <a:pt x="176257" y="5324194"/>
                  <a:pt x="0" y="5147937"/>
                  <a:pt x="0" y="4930512"/>
                </a:cubicBezTo>
                <a:lnTo>
                  <a:pt x="0" y="394968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EBB39B-AF38-BF66-B0FD-3994BA4719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57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2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DA0F537B-2380-C640-8119-936AD77864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85454" y="-5495"/>
            <a:ext cx="6008118" cy="685798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59620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FB98B4FE-9AC1-D142-89B5-4D3791685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D5A74AA-F0D3-9243-967D-FEA6F7A20B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5413722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16C870C-B0F9-5A43-81FD-66BD75CC33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5704886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64E591A-1A88-9244-AC81-5B42BFE347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5704886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3578D809-2341-FE07-A2DC-F1D291EB3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5319857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BA6AA7-17A2-E26E-E266-5E55481AD453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310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A0E4853-6203-46D1-5CCA-99779388DA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88297" y="1088199"/>
            <a:ext cx="4004124" cy="5328026"/>
          </a:xfrm>
          <a:custGeom>
            <a:avLst/>
            <a:gdLst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594674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754331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8375094"/>
              <a:gd name="connsiteY0" fmla="*/ 505049 h 5434275"/>
              <a:gd name="connsiteX1" fmla="*/ 393682 w 8375094"/>
              <a:gd name="connsiteY1" fmla="*/ 111367 h 5434275"/>
              <a:gd name="connsiteX2" fmla="*/ 7754331 w 8375094"/>
              <a:gd name="connsiteY2" fmla="*/ 111367 h 5434275"/>
              <a:gd name="connsiteX3" fmla="*/ 7988356 w 8375094"/>
              <a:gd name="connsiteY3" fmla="*/ 505049 h 5434275"/>
              <a:gd name="connsiteX4" fmla="*/ 7988356 w 8375094"/>
              <a:gd name="connsiteY4" fmla="*/ 5040593 h 5434275"/>
              <a:gd name="connsiteX5" fmla="*/ 7594674 w 8375094"/>
              <a:gd name="connsiteY5" fmla="*/ 5434275 h 5434275"/>
              <a:gd name="connsiteX6" fmla="*/ 393682 w 8375094"/>
              <a:gd name="connsiteY6" fmla="*/ 5434275 h 5434275"/>
              <a:gd name="connsiteX7" fmla="*/ 0 w 8375094"/>
              <a:gd name="connsiteY7" fmla="*/ 5040593 h 5434275"/>
              <a:gd name="connsiteX8" fmla="*/ 0 w 8375094"/>
              <a:gd name="connsiteY8" fmla="*/ 505049 h 5434275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7996897"/>
              <a:gd name="connsiteY0" fmla="*/ 758810 h 5688036"/>
              <a:gd name="connsiteX1" fmla="*/ 393682 w 7996897"/>
              <a:gd name="connsiteY1" fmla="*/ 365128 h 5688036"/>
              <a:gd name="connsiteX2" fmla="*/ 7754331 w 7996897"/>
              <a:gd name="connsiteY2" fmla="*/ 365128 h 5688036"/>
              <a:gd name="connsiteX3" fmla="*/ 7988356 w 7996897"/>
              <a:gd name="connsiteY3" fmla="*/ 5294354 h 5688036"/>
              <a:gd name="connsiteX4" fmla="*/ 7594674 w 7996897"/>
              <a:gd name="connsiteY4" fmla="*/ 5688036 h 5688036"/>
              <a:gd name="connsiteX5" fmla="*/ 393682 w 7996897"/>
              <a:gd name="connsiteY5" fmla="*/ 5688036 h 5688036"/>
              <a:gd name="connsiteX6" fmla="*/ 0 w 7996897"/>
              <a:gd name="connsiteY6" fmla="*/ 5294354 h 5688036"/>
              <a:gd name="connsiteX7" fmla="*/ 0 w 7996897"/>
              <a:gd name="connsiteY7" fmla="*/ 758810 h 5688036"/>
              <a:gd name="connsiteX0" fmla="*/ 0 w 8074482"/>
              <a:gd name="connsiteY0" fmla="*/ 752721 h 5681947"/>
              <a:gd name="connsiteX1" fmla="*/ 393682 w 8074482"/>
              <a:gd name="connsiteY1" fmla="*/ 359039 h 5681947"/>
              <a:gd name="connsiteX2" fmla="*/ 7952039 w 8074482"/>
              <a:gd name="connsiteY2" fmla="*/ 367277 h 5681947"/>
              <a:gd name="connsiteX3" fmla="*/ 7988356 w 8074482"/>
              <a:gd name="connsiteY3" fmla="*/ 5288265 h 5681947"/>
              <a:gd name="connsiteX4" fmla="*/ 7594674 w 8074482"/>
              <a:gd name="connsiteY4" fmla="*/ 5681947 h 5681947"/>
              <a:gd name="connsiteX5" fmla="*/ 393682 w 8074482"/>
              <a:gd name="connsiteY5" fmla="*/ 5681947 h 5681947"/>
              <a:gd name="connsiteX6" fmla="*/ 0 w 8074482"/>
              <a:gd name="connsiteY6" fmla="*/ 5288265 h 5681947"/>
              <a:gd name="connsiteX7" fmla="*/ 0 w 8074482"/>
              <a:gd name="connsiteY7" fmla="*/ 752721 h 5681947"/>
              <a:gd name="connsiteX0" fmla="*/ 0 w 8074482"/>
              <a:gd name="connsiteY0" fmla="*/ 393682 h 5322908"/>
              <a:gd name="connsiteX1" fmla="*/ 393682 w 8074482"/>
              <a:gd name="connsiteY1" fmla="*/ 0 h 5322908"/>
              <a:gd name="connsiteX2" fmla="*/ 7952039 w 8074482"/>
              <a:gd name="connsiteY2" fmla="*/ 8238 h 5322908"/>
              <a:gd name="connsiteX3" fmla="*/ 7988356 w 8074482"/>
              <a:gd name="connsiteY3" fmla="*/ 4929226 h 5322908"/>
              <a:gd name="connsiteX4" fmla="*/ 7594674 w 8074482"/>
              <a:gd name="connsiteY4" fmla="*/ 5322908 h 5322908"/>
              <a:gd name="connsiteX5" fmla="*/ 393682 w 8074482"/>
              <a:gd name="connsiteY5" fmla="*/ 5322908 h 5322908"/>
              <a:gd name="connsiteX6" fmla="*/ 0 w 8074482"/>
              <a:gd name="connsiteY6" fmla="*/ 4929226 h 5322908"/>
              <a:gd name="connsiteX7" fmla="*/ 0 w 8074482"/>
              <a:gd name="connsiteY7" fmla="*/ 393682 h 5322908"/>
              <a:gd name="connsiteX0" fmla="*/ 0 w 7997034"/>
              <a:gd name="connsiteY0" fmla="*/ 393682 h 5322908"/>
              <a:gd name="connsiteX1" fmla="*/ 393682 w 7997034"/>
              <a:gd name="connsiteY1" fmla="*/ 0 h 5322908"/>
              <a:gd name="connsiteX2" fmla="*/ 7952039 w 7997034"/>
              <a:gd name="connsiteY2" fmla="*/ 8238 h 5322908"/>
              <a:gd name="connsiteX3" fmla="*/ 7988356 w 7997034"/>
              <a:gd name="connsiteY3" fmla="*/ 4929226 h 5322908"/>
              <a:gd name="connsiteX4" fmla="*/ 7594674 w 7997034"/>
              <a:gd name="connsiteY4" fmla="*/ 5322908 h 5322908"/>
              <a:gd name="connsiteX5" fmla="*/ 393682 w 7997034"/>
              <a:gd name="connsiteY5" fmla="*/ 5322908 h 5322908"/>
              <a:gd name="connsiteX6" fmla="*/ 0 w 7997034"/>
              <a:gd name="connsiteY6" fmla="*/ 4929226 h 5322908"/>
              <a:gd name="connsiteX7" fmla="*/ 0 w 7997034"/>
              <a:gd name="connsiteY7" fmla="*/ 393682 h 5322908"/>
              <a:gd name="connsiteX0" fmla="*/ 0 w 8001873"/>
              <a:gd name="connsiteY0" fmla="*/ 393682 h 5322908"/>
              <a:gd name="connsiteX1" fmla="*/ 393682 w 8001873"/>
              <a:gd name="connsiteY1" fmla="*/ 0 h 5322908"/>
              <a:gd name="connsiteX2" fmla="*/ 7975852 w 8001873"/>
              <a:gd name="connsiteY2" fmla="*/ 8238 h 5322908"/>
              <a:gd name="connsiteX3" fmla="*/ 7988356 w 8001873"/>
              <a:gd name="connsiteY3" fmla="*/ 4929226 h 5322908"/>
              <a:gd name="connsiteX4" fmla="*/ 7594674 w 8001873"/>
              <a:gd name="connsiteY4" fmla="*/ 5322908 h 5322908"/>
              <a:gd name="connsiteX5" fmla="*/ 393682 w 8001873"/>
              <a:gd name="connsiteY5" fmla="*/ 5322908 h 5322908"/>
              <a:gd name="connsiteX6" fmla="*/ 0 w 8001873"/>
              <a:gd name="connsiteY6" fmla="*/ 4929226 h 5322908"/>
              <a:gd name="connsiteX7" fmla="*/ 0 w 8001873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8238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3476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7998730"/>
              <a:gd name="connsiteY0" fmla="*/ 393682 h 5322908"/>
              <a:gd name="connsiteX1" fmla="*/ 393682 w 7998730"/>
              <a:gd name="connsiteY1" fmla="*/ 0 h 5322908"/>
              <a:gd name="connsiteX2" fmla="*/ 7971090 w 7998730"/>
              <a:gd name="connsiteY2" fmla="*/ 3476 h 5322908"/>
              <a:gd name="connsiteX3" fmla="*/ 7988356 w 7998730"/>
              <a:gd name="connsiteY3" fmla="*/ 4929226 h 5322908"/>
              <a:gd name="connsiteX4" fmla="*/ 7594674 w 7998730"/>
              <a:gd name="connsiteY4" fmla="*/ 5322908 h 5322908"/>
              <a:gd name="connsiteX5" fmla="*/ 393682 w 7998730"/>
              <a:gd name="connsiteY5" fmla="*/ 5322908 h 5322908"/>
              <a:gd name="connsiteX6" fmla="*/ 0 w 7998730"/>
              <a:gd name="connsiteY6" fmla="*/ 4929226 h 5322908"/>
              <a:gd name="connsiteX7" fmla="*/ 0 w 7998730"/>
              <a:gd name="connsiteY7" fmla="*/ 393682 h 5322908"/>
              <a:gd name="connsiteX0" fmla="*/ 0 w 7999733"/>
              <a:gd name="connsiteY0" fmla="*/ 394968 h 5324194"/>
              <a:gd name="connsiteX1" fmla="*/ 393682 w 7999733"/>
              <a:gd name="connsiteY1" fmla="*/ 1286 h 5324194"/>
              <a:gd name="connsiteX2" fmla="*/ 7975853 w 7999733"/>
              <a:gd name="connsiteY2" fmla="*/ 0 h 5324194"/>
              <a:gd name="connsiteX3" fmla="*/ 7988356 w 7999733"/>
              <a:gd name="connsiteY3" fmla="*/ 4930512 h 5324194"/>
              <a:gd name="connsiteX4" fmla="*/ 7594674 w 7999733"/>
              <a:gd name="connsiteY4" fmla="*/ 5324194 h 5324194"/>
              <a:gd name="connsiteX5" fmla="*/ 393682 w 7999733"/>
              <a:gd name="connsiteY5" fmla="*/ 5324194 h 5324194"/>
              <a:gd name="connsiteX6" fmla="*/ 0 w 7999733"/>
              <a:gd name="connsiteY6" fmla="*/ 4930512 h 5324194"/>
              <a:gd name="connsiteX7" fmla="*/ 0 w 7999733"/>
              <a:gd name="connsiteY7" fmla="*/ 394968 h 5324194"/>
              <a:gd name="connsiteX0" fmla="*/ 0 w 8727594"/>
              <a:gd name="connsiteY0" fmla="*/ 394968 h 5324194"/>
              <a:gd name="connsiteX1" fmla="*/ 393682 w 8727594"/>
              <a:gd name="connsiteY1" fmla="*/ 1286 h 5324194"/>
              <a:gd name="connsiteX2" fmla="*/ 7975853 w 8727594"/>
              <a:gd name="connsiteY2" fmla="*/ 0 h 5324194"/>
              <a:gd name="connsiteX3" fmla="*/ 7594674 w 8727594"/>
              <a:gd name="connsiteY3" fmla="*/ 5324194 h 5324194"/>
              <a:gd name="connsiteX4" fmla="*/ 393682 w 8727594"/>
              <a:gd name="connsiteY4" fmla="*/ 5324194 h 5324194"/>
              <a:gd name="connsiteX5" fmla="*/ 0 w 8727594"/>
              <a:gd name="connsiteY5" fmla="*/ 4930512 h 5324194"/>
              <a:gd name="connsiteX6" fmla="*/ 0 w 8727594"/>
              <a:gd name="connsiteY6" fmla="*/ 394968 h 5324194"/>
              <a:gd name="connsiteX0" fmla="*/ 0 w 8907174"/>
              <a:gd name="connsiteY0" fmla="*/ 394968 h 5324194"/>
              <a:gd name="connsiteX1" fmla="*/ 393682 w 8907174"/>
              <a:gd name="connsiteY1" fmla="*/ 1286 h 5324194"/>
              <a:gd name="connsiteX2" fmla="*/ 7975853 w 8907174"/>
              <a:gd name="connsiteY2" fmla="*/ 0 h 5324194"/>
              <a:gd name="connsiteX3" fmla="*/ 7989961 w 8907174"/>
              <a:gd name="connsiteY3" fmla="*/ 5324194 h 5324194"/>
              <a:gd name="connsiteX4" fmla="*/ 393682 w 8907174"/>
              <a:gd name="connsiteY4" fmla="*/ 5324194 h 5324194"/>
              <a:gd name="connsiteX5" fmla="*/ 0 w 8907174"/>
              <a:gd name="connsiteY5" fmla="*/ 4930512 h 5324194"/>
              <a:gd name="connsiteX6" fmla="*/ 0 w 8907174"/>
              <a:gd name="connsiteY6" fmla="*/ 394968 h 5324194"/>
              <a:gd name="connsiteX0" fmla="*/ 0 w 8513309"/>
              <a:gd name="connsiteY0" fmla="*/ 394968 h 5324194"/>
              <a:gd name="connsiteX1" fmla="*/ 393682 w 8513309"/>
              <a:gd name="connsiteY1" fmla="*/ 1286 h 5324194"/>
              <a:gd name="connsiteX2" fmla="*/ 7975853 w 8513309"/>
              <a:gd name="connsiteY2" fmla="*/ 0 h 5324194"/>
              <a:gd name="connsiteX3" fmla="*/ 7989961 w 8513309"/>
              <a:gd name="connsiteY3" fmla="*/ 5324194 h 5324194"/>
              <a:gd name="connsiteX4" fmla="*/ 393682 w 8513309"/>
              <a:gd name="connsiteY4" fmla="*/ 5324194 h 5324194"/>
              <a:gd name="connsiteX5" fmla="*/ 0 w 8513309"/>
              <a:gd name="connsiteY5" fmla="*/ 4930512 h 5324194"/>
              <a:gd name="connsiteX6" fmla="*/ 0 w 8513309"/>
              <a:gd name="connsiteY6" fmla="*/ 394968 h 5324194"/>
              <a:gd name="connsiteX0" fmla="*/ 0 w 8510814"/>
              <a:gd name="connsiteY0" fmla="*/ 394968 h 5324194"/>
              <a:gd name="connsiteX1" fmla="*/ 393682 w 8510814"/>
              <a:gd name="connsiteY1" fmla="*/ 1286 h 5324194"/>
              <a:gd name="connsiteX2" fmla="*/ 7975853 w 8510814"/>
              <a:gd name="connsiteY2" fmla="*/ 0 h 5324194"/>
              <a:gd name="connsiteX3" fmla="*/ 7980436 w 8510814"/>
              <a:gd name="connsiteY3" fmla="*/ 5324194 h 5324194"/>
              <a:gd name="connsiteX4" fmla="*/ 393682 w 8510814"/>
              <a:gd name="connsiteY4" fmla="*/ 5324194 h 5324194"/>
              <a:gd name="connsiteX5" fmla="*/ 0 w 8510814"/>
              <a:gd name="connsiteY5" fmla="*/ 4930512 h 5324194"/>
              <a:gd name="connsiteX6" fmla="*/ 0 w 8510814"/>
              <a:gd name="connsiteY6" fmla="*/ 394968 h 5324194"/>
              <a:gd name="connsiteX0" fmla="*/ 0 w 7981082"/>
              <a:gd name="connsiteY0" fmla="*/ 394968 h 5324194"/>
              <a:gd name="connsiteX1" fmla="*/ 393682 w 7981082"/>
              <a:gd name="connsiteY1" fmla="*/ 1286 h 5324194"/>
              <a:gd name="connsiteX2" fmla="*/ 7975853 w 7981082"/>
              <a:gd name="connsiteY2" fmla="*/ 0 h 5324194"/>
              <a:gd name="connsiteX3" fmla="*/ 7980436 w 7981082"/>
              <a:gd name="connsiteY3" fmla="*/ 5324194 h 5324194"/>
              <a:gd name="connsiteX4" fmla="*/ 393682 w 7981082"/>
              <a:gd name="connsiteY4" fmla="*/ 5324194 h 5324194"/>
              <a:gd name="connsiteX5" fmla="*/ 0 w 7981082"/>
              <a:gd name="connsiteY5" fmla="*/ 4930512 h 5324194"/>
              <a:gd name="connsiteX6" fmla="*/ 0 w 7981082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873751"/>
              <a:gd name="connsiteY0" fmla="*/ 394968 h 5324194"/>
              <a:gd name="connsiteX1" fmla="*/ 393682 w 7873751"/>
              <a:gd name="connsiteY1" fmla="*/ 1286 h 5324194"/>
              <a:gd name="connsiteX2" fmla="*/ 7870345 w 7873751"/>
              <a:gd name="connsiteY2" fmla="*/ 0 h 5324194"/>
              <a:gd name="connsiteX3" fmla="*/ 7872330 w 7873751"/>
              <a:gd name="connsiteY3" fmla="*/ 5324194 h 5324194"/>
              <a:gd name="connsiteX4" fmla="*/ 393682 w 7873751"/>
              <a:gd name="connsiteY4" fmla="*/ 5324194 h 5324194"/>
              <a:gd name="connsiteX5" fmla="*/ 0 w 7873751"/>
              <a:gd name="connsiteY5" fmla="*/ 4930512 h 5324194"/>
              <a:gd name="connsiteX6" fmla="*/ 0 w 7873751"/>
              <a:gd name="connsiteY6" fmla="*/ 394968 h 5324194"/>
              <a:gd name="connsiteX0" fmla="*/ 0 w 7876724"/>
              <a:gd name="connsiteY0" fmla="*/ 394968 h 5324194"/>
              <a:gd name="connsiteX1" fmla="*/ 393682 w 7876724"/>
              <a:gd name="connsiteY1" fmla="*/ 1286 h 5324194"/>
              <a:gd name="connsiteX2" fmla="*/ 7874849 w 7876724"/>
              <a:gd name="connsiteY2" fmla="*/ 0 h 5324194"/>
              <a:gd name="connsiteX3" fmla="*/ 7872330 w 7876724"/>
              <a:gd name="connsiteY3" fmla="*/ 5324194 h 5324194"/>
              <a:gd name="connsiteX4" fmla="*/ 393682 w 7876724"/>
              <a:gd name="connsiteY4" fmla="*/ 5324194 h 5324194"/>
              <a:gd name="connsiteX5" fmla="*/ 0 w 7876724"/>
              <a:gd name="connsiteY5" fmla="*/ 4930512 h 5324194"/>
              <a:gd name="connsiteX6" fmla="*/ 0 w 7876724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2331"/>
              <a:gd name="connsiteY0" fmla="*/ 394968 h 5324194"/>
              <a:gd name="connsiteX1" fmla="*/ 393682 w 7872331"/>
              <a:gd name="connsiteY1" fmla="*/ 1286 h 5324194"/>
              <a:gd name="connsiteX2" fmla="*/ 5876715 w 7872331"/>
              <a:gd name="connsiteY2" fmla="*/ 0 h 5324194"/>
              <a:gd name="connsiteX3" fmla="*/ 7872330 w 7872331"/>
              <a:gd name="connsiteY3" fmla="*/ 5324194 h 5324194"/>
              <a:gd name="connsiteX4" fmla="*/ 393682 w 7872331"/>
              <a:gd name="connsiteY4" fmla="*/ 5324194 h 5324194"/>
              <a:gd name="connsiteX5" fmla="*/ 0 w 7872331"/>
              <a:gd name="connsiteY5" fmla="*/ 4930512 h 5324194"/>
              <a:gd name="connsiteX6" fmla="*/ 0 w 7872331"/>
              <a:gd name="connsiteY6" fmla="*/ 394968 h 5324194"/>
              <a:gd name="connsiteX0" fmla="*/ 0 w 5885664"/>
              <a:gd name="connsiteY0" fmla="*/ 394968 h 5335483"/>
              <a:gd name="connsiteX1" fmla="*/ 393682 w 5885664"/>
              <a:gd name="connsiteY1" fmla="*/ 1286 h 5335483"/>
              <a:gd name="connsiteX2" fmla="*/ 5876715 w 5885664"/>
              <a:gd name="connsiteY2" fmla="*/ 0 h 5335483"/>
              <a:gd name="connsiteX3" fmla="*/ 5885486 w 5885664"/>
              <a:gd name="connsiteY3" fmla="*/ 5335483 h 5335483"/>
              <a:gd name="connsiteX4" fmla="*/ 393682 w 5885664"/>
              <a:gd name="connsiteY4" fmla="*/ 5324194 h 5335483"/>
              <a:gd name="connsiteX5" fmla="*/ 0 w 5885664"/>
              <a:gd name="connsiteY5" fmla="*/ 4930512 h 5335483"/>
              <a:gd name="connsiteX6" fmla="*/ 0 w 5885664"/>
              <a:gd name="connsiteY6" fmla="*/ 394968 h 5335483"/>
              <a:gd name="connsiteX0" fmla="*/ 0 w 5876825"/>
              <a:gd name="connsiteY0" fmla="*/ 394968 h 5335483"/>
              <a:gd name="connsiteX1" fmla="*/ 393682 w 5876825"/>
              <a:gd name="connsiteY1" fmla="*/ 1286 h 5335483"/>
              <a:gd name="connsiteX2" fmla="*/ 5876715 w 5876825"/>
              <a:gd name="connsiteY2" fmla="*/ 0 h 5335483"/>
              <a:gd name="connsiteX3" fmla="*/ 5875212 w 5876825"/>
              <a:gd name="connsiteY3" fmla="*/ 5335483 h 5335483"/>
              <a:gd name="connsiteX4" fmla="*/ 393682 w 5876825"/>
              <a:gd name="connsiteY4" fmla="*/ 5324194 h 5335483"/>
              <a:gd name="connsiteX5" fmla="*/ 0 w 5876825"/>
              <a:gd name="connsiteY5" fmla="*/ 4930512 h 5335483"/>
              <a:gd name="connsiteX6" fmla="*/ 0 w 5876825"/>
              <a:gd name="connsiteY6" fmla="*/ 394968 h 5335483"/>
              <a:gd name="connsiteX0" fmla="*/ 0 w 5885281"/>
              <a:gd name="connsiteY0" fmla="*/ 394968 h 5330540"/>
              <a:gd name="connsiteX1" fmla="*/ 393682 w 5885281"/>
              <a:gd name="connsiteY1" fmla="*/ 1286 h 5330540"/>
              <a:gd name="connsiteX2" fmla="*/ 5876715 w 5885281"/>
              <a:gd name="connsiteY2" fmla="*/ 0 h 5330540"/>
              <a:gd name="connsiteX3" fmla="*/ 5885097 w 5885281"/>
              <a:gd name="connsiteY3" fmla="*/ 5330540 h 5330540"/>
              <a:gd name="connsiteX4" fmla="*/ 393682 w 5885281"/>
              <a:gd name="connsiteY4" fmla="*/ 5324194 h 5330540"/>
              <a:gd name="connsiteX5" fmla="*/ 0 w 5885281"/>
              <a:gd name="connsiteY5" fmla="*/ 4930512 h 5330540"/>
              <a:gd name="connsiteX6" fmla="*/ 0 w 5885281"/>
              <a:gd name="connsiteY6" fmla="*/ 394968 h 5330540"/>
              <a:gd name="connsiteX0" fmla="*/ 0 w 5885098"/>
              <a:gd name="connsiteY0" fmla="*/ 394968 h 5330540"/>
              <a:gd name="connsiteX1" fmla="*/ 393682 w 5885098"/>
              <a:gd name="connsiteY1" fmla="*/ 1286 h 5330540"/>
              <a:gd name="connsiteX2" fmla="*/ 4010593 w 5885098"/>
              <a:gd name="connsiteY2" fmla="*/ 0 h 5330540"/>
              <a:gd name="connsiteX3" fmla="*/ 5885097 w 5885098"/>
              <a:gd name="connsiteY3" fmla="*/ 5330540 h 5330540"/>
              <a:gd name="connsiteX4" fmla="*/ 393682 w 5885098"/>
              <a:gd name="connsiteY4" fmla="*/ 5324194 h 5330540"/>
              <a:gd name="connsiteX5" fmla="*/ 0 w 5885098"/>
              <a:gd name="connsiteY5" fmla="*/ 4930512 h 5330540"/>
              <a:gd name="connsiteX6" fmla="*/ 0 w 5885098"/>
              <a:gd name="connsiteY6" fmla="*/ 394968 h 5330540"/>
              <a:gd name="connsiteX0" fmla="*/ 0 w 4019159"/>
              <a:gd name="connsiteY0" fmla="*/ 394968 h 5324194"/>
              <a:gd name="connsiteX1" fmla="*/ 393682 w 4019159"/>
              <a:gd name="connsiteY1" fmla="*/ 1286 h 5324194"/>
              <a:gd name="connsiteX2" fmla="*/ 4010593 w 4019159"/>
              <a:gd name="connsiteY2" fmla="*/ 0 h 5324194"/>
              <a:gd name="connsiteX3" fmla="*/ 4018975 w 4019159"/>
              <a:gd name="connsiteY3" fmla="*/ 5311878 h 5324194"/>
              <a:gd name="connsiteX4" fmla="*/ 393682 w 4019159"/>
              <a:gd name="connsiteY4" fmla="*/ 5324194 h 5324194"/>
              <a:gd name="connsiteX5" fmla="*/ 0 w 4019159"/>
              <a:gd name="connsiteY5" fmla="*/ 4930512 h 5324194"/>
              <a:gd name="connsiteX6" fmla="*/ 0 w 4019159"/>
              <a:gd name="connsiteY6" fmla="*/ 394968 h 5324194"/>
              <a:gd name="connsiteX0" fmla="*/ 0 w 4010607"/>
              <a:gd name="connsiteY0" fmla="*/ 394968 h 5325227"/>
              <a:gd name="connsiteX1" fmla="*/ 393682 w 4010607"/>
              <a:gd name="connsiteY1" fmla="*/ 1286 h 5325227"/>
              <a:gd name="connsiteX2" fmla="*/ 4010593 w 4010607"/>
              <a:gd name="connsiteY2" fmla="*/ 0 h 5325227"/>
              <a:gd name="connsiteX3" fmla="*/ 4005626 w 4010607"/>
              <a:gd name="connsiteY3" fmla="*/ 5325227 h 5325227"/>
              <a:gd name="connsiteX4" fmla="*/ 393682 w 4010607"/>
              <a:gd name="connsiteY4" fmla="*/ 5324194 h 5325227"/>
              <a:gd name="connsiteX5" fmla="*/ 0 w 4010607"/>
              <a:gd name="connsiteY5" fmla="*/ 4930512 h 5325227"/>
              <a:gd name="connsiteX6" fmla="*/ 0 w 4010607"/>
              <a:gd name="connsiteY6" fmla="*/ 394968 h 5325227"/>
              <a:gd name="connsiteX0" fmla="*/ 0 w 4010598"/>
              <a:gd name="connsiteY0" fmla="*/ 394968 h 5331901"/>
              <a:gd name="connsiteX1" fmla="*/ 393682 w 4010598"/>
              <a:gd name="connsiteY1" fmla="*/ 1286 h 5331901"/>
              <a:gd name="connsiteX2" fmla="*/ 4010593 w 4010598"/>
              <a:gd name="connsiteY2" fmla="*/ 0 h 5331901"/>
              <a:gd name="connsiteX3" fmla="*/ 3998952 w 4010598"/>
              <a:gd name="connsiteY3" fmla="*/ 5331901 h 5331901"/>
              <a:gd name="connsiteX4" fmla="*/ 393682 w 4010598"/>
              <a:gd name="connsiteY4" fmla="*/ 5324194 h 5331901"/>
              <a:gd name="connsiteX5" fmla="*/ 0 w 4010598"/>
              <a:gd name="connsiteY5" fmla="*/ 4930512 h 5331901"/>
              <a:gd name="connsiteX6" fmla="*/ 0 w 4010598"/>
              <a:gd name="connsiteY6" fmla="*/ 394968 h 5331901"/>
              <a:gd name="connsiteX0" fmla="*/ 0 w 4003933"/>
              <a:gd name="connsiteY0" fmla="*/ 394968 h 5331901"/>
              <a:gd name="connsiteX1" fmla="*/ 393682 w 4003933"/>
              <a:gd name="connsiteY1" fmla="*/ 1286 h 5331901"/>
              <a:gd name="connsiteX2" fmla="*/ 4003919 w 4003933"/>
              <a:gd name="connsiteY2" fmla="*/ 0 h 5331901"/>
              <a:gd name="connsiteX3" fmla="*/ 3998952 w 4003933"/>
              <a:gd name="connsiteY3" fmla="*/ 5331901 h 5331901"/>
              <a:gd name="connsiteX4" fmla="*/ 393682 w 4003933"/>
              <a:gd name="connsiteY4" fmla="*/ 5324194 h 5331901"/>
              <a:gd name="connsiteX5" fmla="*/ 0 w 4003933"/>
              <a:gd name="connsiteY5" fmla="*/ 4930512 h 5331901"/>
              <a:gd name="connsiteX6" fmla="*/ 0 w 4003933"/>
              <a:gd name="connsiteY6" fmla="*/ 394968 h 5331901"/>
              <a:gd name="connsiteX0" fmla="*/ 0 w 4003933"/>
              <a:gd name="connsiteY0" fmla="*/ 394968 h 5331901"/>
              <a:gd name="connsiteX1" fmla="*/ 393682 w 4003933"/>
              <a:gd name="connsiteY1" fmla="*/ 1286 h 5331901"/>
              <a:gd name="connsiteX2" fmla="*/ 4003919 w 4003933"/>
              <a:gd name="connsiteY2" fmla="*/ 0 h 5331901"/>
              <a:gd name="connsiteX3" fmla="*/ 3998952 w 4003933"/>
              <a:gd name="connsiteY3" fmla="*/ 5331901 h 5331901"/>
              <a:gd name="connsiteX4" fmla="*/ 393682 w 4003933"/>
              <a:gd name="connsiteY4" fmla="*/ 5324194 h 5331901"/>
              <a:gd name="connsiteX5" fmla="*/ 0 w 4003933"/>
              <a:gd name="connsiteY5" fmla="*/ 4930512 h 5331901"/>
              <a:gd name="connsiteX6" fmla="*/ 0 w 4003933"/>
              <a:gd name="connsiteY6" fmla="*/ 394968 h 5331901"/>
              <a:gd name="connsiteX0" fmla="*/ 0 w 4004124"/>
              <a:gd name="connsiteY0" fmla="*/ 394968 h 5328026"/>
              <a:gd name="connsiteX1" fmla="*/ 393682 w 4004124"/>
              <a:gd name="connsiteY1" fmla="*/ 1286 h 5328026"/>
              <a:gd name="connsiteX2" fmla="*/ 4003919 w 4004124"/>
              <a:gd name="connsiteY2" fmla="*/ 0 h 5328026"/>
              <a:gd name="connsiteX3" fmla="*/ 4002827 w 4004124"/>
              <a:gd name="connsiteY3" fmla="*/ 5328026 h 5328026"/>
              <a:gd name="connsiteX4" fmla="*/ 393682 w 4004124"/>
              <a:gd name="connsiteY4" fmla="*/ 5324194 h 5328026"/>
              <a:gd name="connsiteX5" fmla="*/ 0 w 4004124"/>
              <a:gd name="connsiteY5" fmla="*/ 4930512 h 5328026"/>
              <a:gd name="connsiteX6" fmla="*/ 0 w 4004124"/>
              <a:gd name="connsiteY6" fmla="*/ 394968 h 5328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04124" h="5328026">
                <a:moveTo>
                  <a:pt x="0" y="394968"/>
                </a:moveTo>
                <a:cubicBezTo>
                  <a:pt x="0" y="177543"/>
                  <a:pt x="176257" y="1286"/>
                  <a:pt x="393682" y="1286"/>
                </a:cubicBezTo>
                <a:lnTo>
                  <a:pt x="4003919" y="0"/>
                </a:lnTo>
                <a:cubicBezTo>
                  <a:pt x="4004193" y="1077136"/>
                  <a:pt x="4004460" y="4450185"/>
                  <a:pt x="4002827" y="5328026"/>
                </a:cubicBezTo>
                <a:lnTo>
                  <a:pt x="393682" y="5324194"/>
                </a:lnTo>
                <a:cubicBezTo>
                  <a:pt x="176257" y="5324194"/>
                  <a:pt x="0" y="5147937"/>
                  <a:pt x="0" y="4930512"/>
                </a:cubicBezTo>
                <a:lnTo>
                  <a:pt x="0" y="394968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7660042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</a:t>
            </a:r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1E1D8887-7EAE-1A40-9285-7C632FEAA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6" name="スライド番号プレースホルダ 5">
            <a:extLst>
              <a:ext uri="{FF2B5EF4-FFF2-40B4-BE49-F238E27FC236}">
                <a16:creationId xmlns:a16="http://schemas.microsoft.com/office/drawing/2014/main" id="{3D5D14EF-A351-224D-8142-E1BEE44BB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D0A49B6-0BCC-C545-BF97-504B63062F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82FCE78-36AB-904B-98A8-CE3FFB1555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7660041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2ECF95F-F25E-8248-A0F3-BB1749A1B4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49" y="1093767"/>
            <a:ext cx="7660041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65FB17BF-E0C5-6982-9C5C-87FCDCA89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02A32F-57E7-6783-5779-18F05FD849B4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675739-800B-DCED-6DAC-FD1FFC1049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11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3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7660042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54C5EE8-C42D-B549-B4D4-C0F00D68A4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23708" y="-1378"/>
            <a:ext cx="4076946" cy="686084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sp>
        <p:nvSpPr>
          <p:cNvPr id="21" name="スライド番号プレースホルダ 5">
            <a:extLst>
              <a:ext uri="{FF2B5EF4-FFF2-40B4-BE49-F238E27FC236}">
                <a16:creationId xmlns:a16="http://schemas.microsoft.com/office/drawing/2014/main" id="{C55CC856-2ADD-F44F-96B6-03734457C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94AACD-56D4-F146-AFC0-5CBE6630C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3A8AA34-7C7D-A24F-AF24-5158DD2AB0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7660042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F4B55CE-CF3E-7E44-A66A-599621CA5C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7660042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4" name="タイトル プレースホルダ 1">
            <a:extLst>
              <a:ext uri="{FF2B5EF4-FFF2-40B4-BE49-F238E27FC236}">
                <a16:creationId xmlns:a16="http://schemas.microsoft.com/office/drawing/2014/main" id="{EFB7BF50-CC61-6403-6A92-5029316503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7284502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FA7BA6-151E-23A9-1CEA-B00BB7375269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663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Image 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8D6B3691-FCAC-8A46-AA30-DEB2A719C7B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1373" y="3076286"/>
            <a:ext cx="2772041" cy="3138969"/>
          </a:xfrm>
          <a:prstGeom prst="roundRect">
            <a:avLst>
              <a:gd name="adj" fmla="val 8142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Picture/Text Block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4EF39473-C435-3C4E-9C7B-048D52C3C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  <a:endParaRPr lang="en-JP"/>
          </a:p>
        </p:txBody>
      </p:sp>
      <p:sp>
        <p:nvSpPr>
          <p:cNvPr id="28" name="スライド番号プレースホルダ 5">
            <a:extLst>
              <a:ext uri="{FF2B5EF4-FFF2-40B4-BE49-F238E27FC236}">
                <a16:creationId xmlns:a16="http://schemas.microsoft.com/office/drawing/2014/main" id="{F964ADE6-9B0D-EC45-959C-FEEA5CDDF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70D8562-3CE7-7044-9BB0-2068A81BF5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99C450B-0755-7D4A-9672-E700D6F2E5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05B1BEB-AC9F-9643-A446-ABE1DDB961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67E73349-4155-42C4-71A9-BCA0B8BD9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48A0FF-3128-8B9F-E40A-DF45AB0FCC8A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10190C9-87D7-0F39-16EF-5647FA83D32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242933" y="3076286"/>
            <a:ext cx="2772041" cy="3138969"/>
          </a:xfrm>
          <a:prstGeom prst="roundRect">
            <a:avLst>
              <a:gd name="adj" fmla="val 8142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Picture/Text Block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D944FEA-C810-1015-D589-8BA9F68E199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74493" y="3076286"/>
            <a:ext cx="2772041" cy="3138969"/>
          </a:xfrm>
          <a:prstGeom prst="roundRect">
            <a:avLst>
              <a:gd name="adj" fmla="val 8142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Picture/Text Block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0317F8C-CC26-EC0F-CD94-45C4E592D09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106052" y="3076286"/>
            <a:ext cx="2772041" cy="3138969"/>
          </a:xfrm>
          <a:prstGeom prst="roundRect">
            <a:avLst>
              <a:gd name="adj" fmla="val 8142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Picture/Text Block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2EE833-0220-C9FA-9D08-20284B13C4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14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11571628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</a:lstStyle>
          <a:p>
            <a:r>
              <a:rPr lang="en-JP" dirty="0"/>
              <a:t>Insert Chart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2DC26CE8-1DEF-EE42-861C-B0406E8DC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600920FB-2D44-F645-865D-89FFECB09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7DE8F7E-1418-1C4C-A62B-2385714992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8A960D-6A45-6744-9BDB-7070B443CC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1493179-5EA4-604B-A9DF-BDA818F01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52083FB3-3475-BBA9-C98F-425D638994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7FF9B6-1CE2-A02A-9B7E-A22487326078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302859-32D9-1178-36C5-3E57ED347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90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227225" y="1093767"/>
            <a:ext cx="7653625" cy="53229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</a:lstStyle>
          <a:p>
            <a:r>
              <a:rPr lang="en-JP" dirty="0"/>
              <a:t>Insert Chart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F65D74B-37DA-0D46-8B56-9B362C84E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F5F6A26-5AAA-884F-A319-DE9881530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3751966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7136781B-A49B-0A42-B748-01C379A12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4" name="スライド番号プレースホルダ 5">
            <a:extLst>
              <a:ext uri="{FF2B5EF4-FFF2-40B4-BE49-F238E27FC236}">
                <a16:creationId xmlns:a16="http://schemas.microsoft.com/office/drawing/2014/main" id="{71FCF96E-3BB8-0745-B029-6B6BE4291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75659DC-941F-AA40-8336-C3B1BF32BA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5375A5A-6A84-7145-B49C-982F846194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F7E9041-544E-3547-AC30-65F55E91E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EA924626-C11F-5BA3-098E-B44C44669C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78409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61FFC0-2397-57B8-E269-F807B971483C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25B13BB-4F49-2813-DE49-BDDFEBCCB2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30822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419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</a:lstStyle>
          <a:p>
            <a:r>
              <a:rPr lang="en-JP" dirty="0"/>
              <a:t>Insert Chart</a:t>
            </a:r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F1FC7466-185A-8B44-ABF0-5410C1127700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206170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</a:lstStyle>
          <a:p>
            <a:r>
              <a:rPr lang="en-JP" dirty="0"/>
              <a:t>Insert Chart</a:t>
            </a:r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C2587943-8F51-3542-B7BE-578171944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8AFBB1AB-19B7-1347-93F8-D14235DD2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C168495-CA79-E440-A93B-B87B367483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6F06E4B-A978-4E46-AE6C-67B54F7E34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60366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FF373A1-4E48-6C48-A075-153436CF76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49" y="1093767"/>
            <a:ext cx="1160366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A4B3B219-2CDD-39A1-0877-B2860A15C8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3116A0-8AC6-FB92-D496-01211CD33DDC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74D1DF5-54F7-B0CD-27C4-C4ABCBD2C7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613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66176-118B-86AD-5518-2186A3726A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altLang="ja-JP"/>
              <a:t>Click icon to add picture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1901793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CE5B64-3E82-1004-6E37-C3D83CEB6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Takeda">
            <a:extLst>
              <a:ext uri="{FF2B5EF4-FFF2-40B4-BE49-F238E27FC236}">
                <a16:creationId xmlns:a16="http://schemas.microsoft.com/office/drawing/2014/main" id="{5D70691F-1F44-794D-D18D-5666854016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329" y="0"/>
            <a:ext cx="1768699" cy="9809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0A22CD-4EB4-1F41-1B70-31E6BE4CD4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731444D-472F-A911-0CB4-D27FA59619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F911337-D5CF-6C66-425F-C8D6873BF3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989A7E-5C6A-CDD3-A463-A013CA6994D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88B12E6-E35C-0F28-B636-91874C326B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7D707B6-EEA3-4EEB-6746-C126E7E802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BE4D317-783A-941D-29F5-51F8F0C467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5DDB1E2-5E29-89E8-F71B-1AA34DF649E5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05104FF-62C1-2312-FC13-4CEC71AEC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56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 |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034B49-CA41-852B-695B-D82156F2E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Takeda">
            <a:extLst>
              <a:ext uri="{FF2B5EF4-FFF2-40B4-BE49-F238E27FC236}">
                <a16:creationId xmlns:a16="http://schemas.microsoft.com/office/drawing/2014/main" id="{CF5747BE-E8F1-F093-AC07-691290A5ED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329" y="0"/>
            <a:ext cx="1768699" cy="9809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C945C68-A816-B115-9AEC-6E084110CC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27940DD-2B69-F270-8C2B-CE21CCC5B5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BE0ABD3-1649-818B-9A13-3D3318D5A1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5055EAB-26D8-5FD9-B00B-62D13124B5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3DD0858-D0BC-4442-CB17-DE071332490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05CF097-8310-0040-A6E8-059396ADE1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89E55D9-6508-16C1-AC39-9EB8B6C0B3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40ADE43-5EE1-58D6-653B-F3C398D3F044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95C84E3-2736-802A-8B57-36F769B86E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28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 | Sub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012F28-72C1-360B-8C0D-B98941FCE0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Takeda">
            <a:extLst>
              <a:ext uri="{FF2B5EF4-FFF2-40B4-BE49-F238E27FC236}">
                <a16:creationId xmlns:a16="http://schemas.microsoft.com/office/drawing/2014/main" id="{B837F9E9-31D5-D76E-E389-CCCFD3C4E0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329" y="0"/>
            <a:ext cx="1768699" cy="9809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6E4638C-E5F5-A6E9-D80C-FEF738C16B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0D46DAD-D124-3A7B-0284-B56016EF7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9260880-695C-22C9-8CE2-567C147E86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A88FF79-6BD2-EAF2-FA78-0C70F8ECE1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EE5391-034F-C9DB-9BA7-7DC6E7DD02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FFE793C-DAE9-D939-FD78-3B8DE5C144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05CD1BD-99F2-14D2-F7E3-0768B80DAB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A9494E5-BCC8-3D41-8447-812915CCDC0D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3E4B28-2892-E437-6DD2-08B6D53C59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76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 | Sub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FA7805D-E0EE-3423-1AF7-567AAEAFBF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1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880CC2-5C7A-30C9-C372-8FFE023509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24D65F3-4B3E-2B40-53BD-839E514C9E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54E2EA1-548F-E20A-B7DC-328270342E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6D21ACC-78FA-5E83-7FF5-131B74E51C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C4BA0B-83CA-B2FC-9A99-15584EA8E4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5FA3E3C-AB36-30BB-88ED-8A729C3FC9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85CDFB5-C305-B777-931D-E9C318D6A8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421D960-51E8-6510-8A49-FAFD3A7D587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8DFBD78-D096-12E4-0A55-54F37F2181B7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06C2626-0E48-5CC2-35FF-05C9BFF4FE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CA95419-3BBE-CD7D-2FAD-200C65C0FD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82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 |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4771CE-2B9A-19F7-F3F4-8FBCEEBD6E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0C918E0-CC7F-4CA9-633B-044C5A6814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385FB58-BCE5-60B3-58C1-D0A28D9247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CAA0F7D-AC8F-4A79-4DBF-9DABF88455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044FD1-8C43-FEF8-059E-EFD3B51B4F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DB8436C-2376-EF64-12CD-AE83C75C1A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E45260-2115-F367-C6D5-4BB05C1D2D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EC795CD-6F3B-A6B1-083B-7B9E5CACF03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D0C74A3-A79A-B373-93C0-3424FFF34E1D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286DBA2-01B2-D315-40F1-30FBC6B803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3F204CD-AA83-F38F-DBD6-082FB950F2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31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 | Sub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EFD2B-3C08-FAAC-58FD-BE95678B88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A43EC82-E778-4CEF-4A0E-24FDCBE6DE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3402633-B3FE-E6E3-0B10-948D41B9C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B8F4956-533D-FA25-8CC4-DAB6F560F1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F9415E-0FCF-EF66-C1D1-7B71F13224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97FBB87-42E5-E54F-0FA1-87E951130F3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0E77045-D898-D613-B6ED-609AEAE756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3A577CD-CFB5-D579-1162-5107523226A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6018C1B-F20A-F4AC-5158-0C7BE808CB30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BB19808-E8D3-EF74-14C6-1ABE26D312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7D508B6-C5BB-DAC4-B098-9622261630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04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 | Sub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20EF97-3C84-B7CC-8AAA-FAF2A043E7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99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558A19-9841-757F-975F-D87DC11303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CD2A9B-30D9-CC1A-C6B5-6645CB3BA9F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C43682A-9A91-3774-2E34-8F8E1B9968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EB50DBF-ADFD-B177-3ACF-F420EB7208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9C38773-51D6-AC1F-000B-CAFB01C7EE1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ED46D04-3E98-B71E-144E-01E21323CB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0F96815-5271-DC8F-D5EC-05D2624592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70BF5A8-7B00-1E68-4830-2A2EB20D1D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F3D1355-C1FC-0FC3-CDE3-1D85A9F7AB63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57A7591-A45C-4ECD-AA80-914C91844D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BFCB9C6-1ECE-7A62-C7BE-B1C981415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95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 |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4778D3-F955-DFD5-01A4-5B3F3AB78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0069BB6-A706-1642-64A9-FF94C550D7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3ABE5C-F84A-264E-471E-8379C02280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BA27301-DD48-9C8B-4FB0-8E4D2F08F2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54104E-22D4-DD30-34AE-B23062F8EB3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D7B5B23-E74D-D0D7-4D83-C78424D734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368AAF3-944B-C5DA-24C0-6ACBFB4156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9F5AA2F-E8EE-1C29-0822-C33F6CA6CC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119F673-1741-A39F-1793-91FDA8466B44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0F43EEC-B7DF-FCE8-E21A-B32646882A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3A61A7B-A346-F627-D967-438DF59730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18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 | Sub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F01665-81BF-4576-227A-7D6290234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0C91F45-646E-B47A-CD80-2A883E0DED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FF7F3E9-1170-6D26-AF97-22A0AB1EDC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01BED5-5A8F-81B0-7CAA-44B5E6B6C6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8D5D186-886A-5B7A-C95F-265A7EDF51B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D58423C-4366-1C05-8F21-FD7444F4791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459D622-2F9B-108C-DF7C-6527CC9413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E6555AC-728C-0302-3947-48B17DD649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D285D73-F2D9-E6CB-FEC5-6402F86FE2FC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5F5A595-F126-3182-92FE-A08E7B6CB7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728CB73-92E5-E637-9C46-B68C5E59C9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369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 | Sub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2B5D5E-C541-833B-EB88-195317DC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54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1FD53-FB39-66B2-0291-77744A4F2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F41B734-103C-2A68-62F8-D16AA86C08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426A5C-A5B8-3868-6031-83F1E5F181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51959AA-F306-4E6B-AE7F-ACED6DD430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96D76CD-E8F6-BC45-A976-6E238F8359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246220-8A6A-1829-2142-0A53F91399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971240D-8128-32C5-8612-2F17CBA722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5418F5E-02CE-2BF6-B26E-E0D9D012C0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9F19493-66E3-6329-429E-317DB828DF3E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320F15B-39B5-BF10-D360-EAD32B702D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C4914E5-D0C1-FEB0-EED3-63ADA7522E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08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 |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EF0CE-61AF-55CC-A332-CAFF5A85E1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DDF92FB-A78B-39D3-80CF-A7EBB9DA5E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D9421C-4A82-D566-A2F6-FE9018909DF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92460CF-E826-3C55-D559-F68422666A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A2174C3-0463-48CA-ACC2-61A694047F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526325A-2EF8-7C3C-66F7-2C412AD452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6B6D06A-4668-4F45-E1D3-3F2C6853F8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3974C26-534C-C805-66E9-E7EF17A1B9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5889886-1580-7A3F-45C3-DA4D6105AA66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FC537DD-4B5F-3BFD-82EC-BEB47908B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F0C2727-AC0F-C4C4-EE7F-273F9E03D8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18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 | Sub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3D9B27-76AF-DA54-EEA1-0474CE343E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B9C9812-51B7-0590-C252-66F59C92B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86B9BE5-3DDC-6DFC-88F8-92C5AEDEFB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F673B83-AD4C-177E-22AC-2D68A16861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04DE53C-F27C-52B4-9128-8FD43E558B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EF62BB1-0DFF-1533-AB4B-D9B02424E8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899743-9F7F-4B0E-2FF7-084F88FDD7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595289C-F257-FD73-0399-C56F7E2283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7B4AF8B-F717-0FFB-3DDA-622FA8886CB4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31F396-C219-1015-ABFF-3F3465FB41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76BF229-CB71-F48F-4469-A4B6DC2CA1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47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 | Sub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AAEEF-D38F-BBC8-9CEE-EFBECFB18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87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2.xml"/><Relationship Id="rId27" Type="http://schemas.openxmlformats.org/officeDocument/2006/relationships/tags" Target="../tags/tag3.xml"/><Relationship Id="rId28" Type="http://schemas.openxmlformats.org/officeDocument/2006/relationships/oleObject" Target="../embeddings/oleObject1.bin"/><Relationship Id="rId29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theme" Target="../theme/theme2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theme" Target="../theme/theme3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theme" Target="../theme/theme4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theme" Target="../theme/theme5.xml"/><Relationship Id="rId6" Type="http://schemas.openxmlformats.org/officeDocument/2006/relationships/tags" Target="../tags/tag10.xml"/><Relationship Id="rId7" Type="http://schemas.openxmlformats.org/officeDocument/2006/relationships/tags" Target="../tags/tag1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95" imgH="394" progId="TCLayout.ActiveDocument.1">
                  <p:embed/>
                </p:oleObj>
              </mc:Choice>
              <mc:Fallback>
                <p:oleObj name="think-cell Slide" r:id="rId2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311150" y="1233487"/>
            <a:ext cx="11569700" cy="5183187"/>
          </a:xfrm>
          <a:prstGeom prst="rect">
            <a:avLst/>
          </a:prstGeom>
        </p:spPr>
        <p:txBody>
          <a:bodyPr vert="horz" lIns="0" tIns="45710" rIns="91420" bIns="45710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44E43001-C216-284A-9EBD-E54B5DD29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489701"/>
            <a:ext cx="4114800" cy="22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D7981A12-E00B-604C-B863-7CBF31AA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90" y="161605"/>
            <a:ext cx="9814472" cy="685801"/>
          </a:xfrm>
          <a:prstGeom prst="rect">
            <a:avLst/>
          </a:prstGeom>
        </p:spPr>
        <p:txBody>
          <a:bodyPr vert="horz" lIns="0" tIns="190800" rIns="0" bIns="0" rtlCol="0" anchor="t" anchorCtr="0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/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C7AA5A17-3F2F-B94B-9342-A137057B8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89701"/>
            <a:ext cx="589856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8354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94" r:id="rId2"/>
    <p:sldLayoutId id="2147483993" r:id="rId3"/>
    <p:sldLayoutId id="2147484113" r:id="rId4"/>
    <p:sldLayoutId id="2147484098" r:id="rId5"/>
    <p:sldLayoutId id="2147484069" r:id="rId6"/>
    <p:sldLayoutId id="2147484114" r:id="rId7"/>
    <p:sldLayoutId id="2147483986" r:id="rId8"/>
    <p:sldLayoutId id="2147483990" r:id="rId9"/>
    <p:sldLayoutId id="2147483985" r:id="rId10"/>
    <p:sldLayoutId id="2147483988" r:id="rId11"/>
    <p:sldLayoutId id="2147483966" r:id="rId12"/>
    <p:sldLayoutId id="2147483920" r:id="rId13"/>
    <p:sldLayoutId id="2147483967" r:id="rId14"/>
    <p:sldLayoutId id="2147483922" r:id="rId15"/>
    <p:sldLayoutId id="2147483968" r:id="rId16"/>
    <p:sldLayoutId id="2147483930" r:id="rId17"/>
    <p:sldLayoutId id="2147483924" r:id="rId18"/>
    <p:sldLayoutId id="2147483931" r:id="rId19"/>
    <p:sldLayoutId id="2147483925" r:id="rId20"/>
    <p:sldLayoutId id="2147483926" r:id="rId21"/>
    <p:sldLayoutId id="2147483927" r:id="rId22"/>
    <p:sldLayoutId id="2147483928" r:id="rId23"/>
    <p:sldLayoutId id="2147484065" r:id="rId24"/>
  </p:sldLayoutIdLst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92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44" r:id="rId4"/>
  </p:sldLayoutIdLst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36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5" r:id="rId4"/>
  </p:sldLayoutIdLst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7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6" r:id="rId1"/>
    <p:sldLayoutId id="2147484107" r:id="rId2"/>
    <p:sldLayoutId id="2147484108" r:id="rId3"/>
    <p:sldLayoutId id="2147484146" r:id="rId4"/>
  </p:sldLayoutIdLst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80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103" r:id="rId2"/>
    <p:sldLayoutId id="2147484104" r:id="rId3"/>
    <p:sldLayoutId id="2147484147" r:id="rId4"/>
  </p:sldLayoutIdLst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34373F"/>
                </a:solidFill>
                <a:latin typeface="Aptos Display"/>
              </a:rPr>
              <a:t>Purpose — one portal for how GSQ plants run DD&amp;T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4373F"/>
                </a:solidFill>
                <a:latin typeface="Aptos"/>
              </a:rPr>
              <a:t>Private and confidential. For internal use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4828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373F"/>
                </a:solidFill>
                <a:latin typeface="Aptos"/>
              </a:rPr>
              <a:t>The room still stitches Jira, SPOT, Power Apps, Power BI, and PowerPoint. The cost is leadership time and inconsistent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00784"/>
            <a:ext cx="2788920" cy="2011680"/>
          </a:xfrm>
          <a:prstGeom prst="roundRect">
            <a:avLst>
              <a:gd name="adj" fmla="val 7000"/>
            </a:avLst>
          </a:prstGeom>
          <a:solidFill>
            <a:srgbClr val="E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810512"/>
            <a:ext cx="2505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212848"/>
            <a:ext cx="250545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Run the review from a maintained system of record — not a slide factory.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4408" y="1700784"/>
            <a:ext cx="2788920" cy="2011680"/>
          </a:xfrm>
          <a:prstGeom prst="roundRect">
            <a:avLst>
              <a:gd name="adj" fmla="val 7000"/>
            </a:avLst>
          </a:prstGeom>
          <a:solidFill>
            <a:srgbClr val="343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810512"/>
            <a:ext cx="2505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212848"/>
            <a:ext cx="250545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One site-aware Glass. Ten views. Reuse what exists; add Budget, Review, and Site input.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700784"/>
            <a:ext cx="2788920" cy="2011680"/>
          </a:xfrm>
          <a:prstGeom prst="roundRect">
            <a:avLst>
              <a:gd name="adj" fmla="val 7000"/>
            </a:avLst>
          </a:prstGeom>
          <a:solidFill>
            <a:srgbClr val="89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10512"/>
            <a:ext cx="2505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WHO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12848"/>
            <a:ext cx="250545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Joel Vincent, sponsor. Dean Santoro, product. Thousand Oaks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704" y="1700784"/>
            <a:ext cx="2788920" cy="2011680"/>
          </a:xfrm>
          <a:prstGeom prst="roundRect">
            <a:avLst>
              <a:gd name="adj" fmla="val 7000"/>
            </a:avLst>
          </a:prstGeom>
          <a:solidFill>
            <a:srgbClr val="D1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8008" y="1810512"/>
            <a:ext cx="2505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373F"/>
                </a:solidFill>
                <a:latin typeface="Aptos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8" y="2212848"/>
            <a:ext cx="250545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373F"/>
                </a:solidFill>
                <a:latin typeface="Aptos"/>
              </a:rPr>
              <a:t>SPOT 1063647 is already live. Do not open a second project.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858768"/>
            <a:ext cx="5614416" cy="2359152"/>
          </a:xfrm>
          <a:prstGeom prst="roundRect">
            <a:avLst>
              <a:gd name="adj" fmla="val 7000"/>
            </a:avLst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968496"/>
            <a:ext cx="5303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1242A"/>
                </a:solidFill>
                <a:latin typeface="Aptos"/>
              </a:rPr>
              <a:t>THIS 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297680"/>
            <a:ext cx="53035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4373F"/>
                </a:solidFill>
                <a:latin typeface="Aptos"/>
              </a:rPr>
              <a:t>A single pane of glass for 18 GSQ M&amp;L sites.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4373F"/>
                </a:solidFill>
                <a:latin typeface="Aptos"/>
              </a:rPr>
              <a:t>Site is a drop-down. Money and dates sit on one row. Site Heads type commentary in the same portal. The TO business review runs from 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858768"/>
            <a:ext cx="5687568" cy="2359152"/>
          </a:xfrm>
          <a:prstGeom prst="roundRect">
            <a:avLst>
              <a:gd name="adj" fmla="val 7000"/>
            </a:avLst>
          </a:prstGeom>
          <a:solidFill>
            <a:srgbClr val="343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3968496"/>
            <a:ext cx="53583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THIS IS 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4297680"/>
            <a:ext cx="5358384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 new strategy, a second Jira, or a second SPOT.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The portal does not overwrite dates or money. The $42k / 6-week figure is a thin shell and cannot prove Jira + SPOT + EDB.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34373F"/>
                </a:solidFill>
                <a:latin typeface="Aptos Display"/>
              </a:rPr>
              <a:t>Business case — hours back, proven first at Thousand Oaks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4373F"/>
                </a:solidFill>
                <a:latin typeface="Aptos"/>
              </a:rPr>
              <a:t>Private and confidential. For internal use only.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42415"/>
            <a:ext cx="2788920" cy="1755648"/>
          </a:xfrm>
          <a:prstGeom prst="roundRect">
            <a:avLst>
              <a:gd name="adj" fmla="val 7000"/>
            </a:avLst>
          </a:prstGeom>
          <a:solidFill>
            <a:srgbClr val="E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115568"/>
            <a:ext cx="25420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9,000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755648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HOURS /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2029968"/>
            <a:ext cx="2542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Filed value · 18 sites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4408" y="1042415"/>
            <a:ext cx="2788920" cy="1755648"/>
          </a:xfrm>
          <a:prstGeom prst="roundRect">
            <a:avLst>
              <a:gd name="adj" fmla="val 7000"/>
            </a:avLst>
          </a:prstGeom>
          <a:solidFill>
            <a:srgbClr val="343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1115568"/>
            <a:ext cx="25420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1755648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HRS / SITE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2029968"/>
            <a:ext cx="2542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Deck + status chasing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042415"/>
            <a:ext cx="2788920" cy="1755648"/>
          </a:xfrm>
          <a:prstGeom prst="roundRect">
            <a:avLst>
              <a:gd name="adj" fmla="val 7000"/>
            </a:avLst>
          </a:prstGeom>
          <a:solidFill>
            <a:srgbClr val="89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115568"/>
            <a:ext cx="25420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$168k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755648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BAND B ENVELOPE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029968"/>
            <a:ext cx="2542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10–12 weeks · ~2.5 FTE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042415"/>
            <a:ext cx="2788920" cy="1755648"/>
          </a:xfrm>
          <a:prstGeom prst="roundRect">
            <a:avLst>
              <a:gd name="adj" fmla="val 7000"/>
            </a:avLst>
          </a:prstGeom>
          <a:solidFill>
            <a:srgbClr val="D1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115568"/>
            <a:ext cx="25420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4373F"/>
                </a:solidFill>
                <a:latin typeface="Aptos Display"/>
              </a:rPr>
              <a:t>30,000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755648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373F"/>
                </a:solidFill>
                <a:latin typeface="Aptos"/>
              </a:rPr>
              <a:t>HOURS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029968"/>
            <a:ext cx="2542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4373F"/>
                </a:solidFill>
                <a:latin typeface="Aptos"/>
              </a:rPr>
              <a:t>On the SPOT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962656"/>
            <a:ext cx="11448288" cy="402336"/>
          </a:xfrm>
          <a:prstGeom prst="roundRect">
            <a:avLst>
              <a:gd name="adj" fmla="val 4000"/>
            </a:avLst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99232"/>
            <a:ext cx="11173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373F"/>
                </a:solidFill>
                <a:latin typeface="Aptos"/>
              </a:rPr>
              <a:t>Recommend Band B. Do not fund Band A ($42k) if the test is “executives stop building decks.” §9 of the business case is a thin shell only.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529584"/>
            <a:ext cx="3712463" cy="2596896"/>
          </a:xfrm>
          <a:prstGeom prst="roundRect">
            <a:avLst>
              <a:gd name="adj" fmla="val 7000"/>
            </a:avLst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36576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373F"/>
                </a:solidFill>
                <a:latin typeface="Aptos"/>
              </a:rPr>
              <a:t>A  Thin shell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0599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4373F"/>
                </a:solidFill>
                <a:latin typeface="Aptos"/>
              </a:rPr>
              <a:t>$42k · 6 weeks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480560"/>
            <a:ext cx="3383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373F"/>
                </a:solidFill>
                <a:latin typeface="Aptos"/>
              </a:rPr>
              <a:t>Wrap today’s tabs. No SPOT, no EDB, no Site Head input.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3529584"/>
            <a:ext cx="3712463" cy="2596896"/>
          </a:xfrm>
          <a:prstGeom prst="roundRect">
            <a:avLst>
              <a:gd name="adj" fmla="val 7000"/>
            </a:avLst>
          </a:prstGeom>
          <a:solidFill>
            <a:srgbClr val="E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6576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B  Recommended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0599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$155–168k · 10–12 weeks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480560"/>
            <a:ext cx="3383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Live Jira + SPOT, Gantt+Budget, Capability, Site input, TO freeze.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3529584"/>
            <a:ext cx="3712463" cy="2596896"/>
          </a:xfrm>
          <a:prstGeom prst="roundRect">
            <a:avLst>
              <a:gd name="adj" fmla="val 7000"/>
            </a:avLst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6576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373F"/>
                </a:solidFill>
                <a:latin typeface="Aptos"/>
              </a:rPr>
              <a:t>C  Full 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0599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4373F"/>
                </a:solidFill>
                <a:latin typeface="Aptos"/>
              </a:rPr>
              <a:t>$196k · 12 weeks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4480560"/>
            <a:ext cx="3383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373F"/>
                </a:solidFill>
                <a:latin typeface="Aptos"/>
              </a:rPr>
              <a:t>Band B + EDB data-product + production network roadmap.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34373F"/>
                </a:solidFill>
                <a:latin typeface="Aptos Display"/>
              </a:rPr>
              <a:t>Design schematic — one Glass, three systems of record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4373F"/>
                </a:solidFill>
                <a:latin typeface="Aptos"/>
              </a:rPr>
              <a:t>Private and confidential. For internal use only.</a:t>
            </a:r>
          </a:p>
        </p:txBody>
      </p:sp>
      <p:pic>
        <p:nvPicPr>
          <p:cNvPr id="5" name="Picture 4" descr="fig-exec-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987552"/>
            <a:ext cx="11667744" cy="6576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34373F"/>
                </a:solidFill>
                <a:latin typeface="Aptos Display"/>
              </a:rPr>
              <a:t>What leaders see — site set once, the meeting runs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4373F"/>
                </a:solidFill>
                <a:latin typeface="Aptos"/>
              </a:rPr>
              <a:t>Private and confidential. For internal use only.</a:t>
            </a:r>
          </a:p>
        </p:txBody>
      </p:sp>
      <p:pic>
        <p:nvPicPr>
          <p:cNvPr id="5" name="Picture 4" descr="fig-mockup-one-p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1005840"/>
            <a:ext cx="9875520" cy="5554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34373F"/>
                </a:solidFill>
                <a:latin typeface="Aptos Display"/>
              </a:rPr>
              <a:t>Decision — Band B, Thousand Oaks, one SPOT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4373F"/>
                </a:solidFill>
                <a:latin typeface="Aptos"/>
              </a:rPr>
              <a:t>Private and confidential. For internal use only.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11448288" cy="640080"/>
          </a:xfrm>
          <a:prstGeom prst="roundRect">
            <a:avLst>
              <a:gd name="adj" fmla="val 7000"/>
            </a:avLst>
          </a:prstGeom>
          <a:solidFill>
            <a:srgbClr val="E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111910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Approve ~$168k / 10–12 weeks. Name Thousand Oaks as the first business-review system of record. Keep SPOT 1063647.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47088"/>
            <a:ext cx="2788920" cy="2084831"/>
          </a:xfrm>
          <a:prstGeom prst="roundRect">
            <a:avLst>
              <a:gd name="adj" fmla="val 7000"/>
            </a:avLst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847088"/>
            <a:ext cx="91440" cy="2084831"/>
          </a:xfrm>
          <a:prstGeom prst="roundRect">
            <a:avLst>
              <a:gd name="adj" fmla="val 0"/>
            </a:avLst>
          </a:prstGeom>
          <a:solidFill>
            <a:srgbClr val="E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1242A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945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373F"/>
                </a:solidFill>
                <a:latin typeface="Aptos Display"/>
              </a:rPr>
              <a:t>Fund Band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88336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4373F"/>
                </a:solidFill>
                <a:latin typeface="Aptos"/>
              </a:rPr>
              <a:t>$155–168k · 10–12 weeks
to the design blueprint.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1847088"/>
            <a:ext cx="2788920" cy="2084831"/>
          </a:xfrm>
          <a:prstGeom prst="roundRect">
            <a:avLst>
              <a:gd name="adj" fmla="val 7000"/>
            </a:avLst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64408" y="1847088"/>
            <a:ext cx="91440" cy="2084831"/>
          </a:xfrm>
          <a:prstGeom prst="roundRect">
            <a:avLst>
              <a:gd name="adj" fmla="val 0"/>
            </a:avLst>
          </a:prstGeom>
          <a:solidFill>
            <a:srgbClr val="E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6" y="192024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1242A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1945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373F"/>
                </a:solidFill>
                <a:latin typeface="Aptos Display"/>
              </a:rPr>
              <a:t>Pilot Thousand Oaks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688336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4373F"/>
                </a:solidFill>
                <a:latin typeface="Aptos"/>
              </a:rPr>
              <a:t>First review system of record.
Site Head UAT in weeks 9–10.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847088"/>
            <a:ext cx="2788920" cy="2084831"/>
          </a:xfrm>
          <a:prstGeom prst="roundRect">
            <a:avLst>
              <a:gd name="adj" fmla="val 7000"/>
            </a:avLst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63056" y="1847088"/>
            <a:ext cx="91440" cy="2084831"/>
          </a:xfrm>
          <a:prstGeom prst="roundRect">
            <a:avLst>
              <a:gd name="adj" fmla="val 0"/>
            </a:avLst>
          </a:prstGeom>
          <a:solidFill>
            <a:srgbClr val="E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92024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1242A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1945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373F"/>
                </a:solidFill>
                <a:latin typeface="Aptos Display"/>
              </a:rPr>
              <a:t>Keep SPOT 1063647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688336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4373F"/>
                </a:solidFill>
                <a:latin typeface="Aptos"/>
              </a:rPr>
              <a:t>File the funding request here.
Align header CAPEX to one number.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847088"/>
            <a:ext cx="2788920" cy="2084831"/>
          </a:xfrm>
          <a:prstGeom prst="roundRect">
            <a:avLst>
              <a:gd name="adj" fmla="val 7000"/>
            </a:avLst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1704" y="1847088"/>
            <a:ext cx="91440" cy="2084831"/>
          </a:xfrm>
          <a:prstGeom prst="roundRect">
            <a:avLst>
              <a:gd name="adj" fmla="val 0"/>
            </a:avLst>
          </a:prstGeom>
          <a:solidFill>
            <a:srgbClr val="E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92024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1242A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1945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373F"/>
                </a:solidFill>
                <a:latin typeface="Aptos Display"/>
              </a:rPr>
              <a:t>Authorize 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688336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4373F"/>
                </a:solidFill>
                <a:latin typeface="Aptos"/>
              </a:rPr>
              <a:t>AIDPG Initiative → 1063647.
Pattern-Fit, token line, Intake.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096512"/>
            <a:ext cx="11448288" cy="2029968"/>
          </a:xfrm>
          <a:prstGeom prst="roundRect">
            <a:avLst>
              <a:gd name="adj" fmla="val 7000"/>
            </a:avLst>
          </a:prstGeom>
          <a:solidFill>
            <a:srgbClr val="343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187952"/>
            <a:ext cx="111191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242A"/>
                </a:solidFill>
                <a:latin typeface="Aptos"/>
              </a:rPr>
              <a:t>GO / NO-GO FOR RELEASE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572000"/>
            <a:ext cx="2697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One TO business review runs from the portal.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2" y="4572000"/>
            <a:ext cx="2697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Site Head commentary is attributable.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4572000"/>
            <a:ext cx="2697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Jira, SPOT, and Capability match in the room.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4272" y="4572000"/>
            <a:ext cx="2697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Leadership agrees the pattern scales.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heme/theme1.xml><?xml version="1.0" encoding="utf-8"?>
<a:theme xmlns:a="http://schemas.openxmlformats.org/drawingml/2006/main" name="01 Takeda Slide Master | Pattern 1">
  <a:themeElements>
    <a:clrScheme name="Takeda_2026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A1B1C3"/>
      </a:accent4>
      <a:accent5>
        <a:srgbClr val="D1D8E0"/>
      </a:accent5>
      <a:accent6>
        <a:srgbClr val="EDF2F3"/>
      </a:accent6>
      <a:hlink>
        <a:srgbClr val="34373F"/>
      </a:hlink>
      <a:folHlink>
        <a:srgbClr val="34373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DD7EA2A2-F198-5E47-BA8B-8BE18DE7BE3F}" vid="{C9AAF929-AAC0-0F4A-A959-F7C15FA090D3}"/>
    </a:ext>
  </a:extLst>
</a:theme>
</file>

<file path=ppt/theme/theme2.xml><?xml version="1.0" encoding="utf-8"?>
<a:theme xmlns:a="http://schemas.openxmlformats.org/drawingml/2006/main" name="Pattern 1">
  <a:themeElements>
    <a:clrScheme name="Custom 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939DB7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DD7EA2A2-F198-5E47-BA8B-8BE18DE7BE3F}" vid="{400C1EC5-5DD5-0A44-8F77-5A099E993743}"/>
    </a:ext>
  </a:extLst>
</a:theme>
</file>

<file path=ppt/theme/theme3.xml><?xml version="1.0" encoding="utf-8"?>
<a:theme xmlns:a="http://schemas.openxmlformats.org/drawingml/2006/main" name="Pattern 2">
  <a:themeElements>
    <a:clrScheme name="Custom 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939DB7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DD7EA2A2-F198-5E47-BA8B-8BE18DE7BE3F}" vid="{9CD9EB2F-8816-4D44-AEDC-DA534578B511}"/>
    </a:ext>
  </a:extLst>
</a:theme>
</file>

<file path=ppt/theme/theme4.xml><?xml version="1.0" encoding="utf-8"?>
<a:theme xmlns:a="http://schemas.openxmlformats.org/drawingml/2006/main" name="Pattern 3">
  <a:themeElements>
    <a:clrScheme name="Custom 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939DB7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DD7EA2A2-F198-5E47-BA8B-8BE18DE7BE3F}" vid="{51A5030A-F628-414B-91E9-2C96A09E68E6}"/>
    </a:ext>
  </a:extLst>
</a:theme>
</file>

<file path=ppt/theme/theme5.xml><?xml version="1.0" encoding="utf-8"?>
<a:theme xmlns:a="http://schemas.openxmlformats.org/drawingml/2006/main" name="Pattern 4">
  <a:themeElements>
    <a:clrScheme name="Custom 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939DB7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DD7EA2A2-F198-5E47-BA8B-8BE18DE7BE3F}" vid="{E6A70F3D-F619-824E-B27D-2467C683F742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FEFB87-012A-3040-9884-D47B375CFE78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70c59ee8-85e2-43c2-b015-95a853974ba3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2c3cd5-af68-46cf-904b-2a67902f633c">
      <Terms xmlns="http://schemas.microsoft.com/office/infopath/2007/PartnerControls"/>
    </lcf76f155ced4ddcb4097134ff3c332f>
    <TaxCatchAll xmlns="d8f8f6ee-77b0-4a0b-84bc-8f256da14f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1811318C565C4B8B9773E8DCEFBCFD" ma:contentTypeVersion="17" ma:contentTypeDescription="Create a new document." ma:contentTypeScope="" ma:versionID="fbe2e7d913cc2f1827b07af3264593e2">
  <xsd:schema xmlns:xsd="http://www.w3.org/2001/XMLSchema" xmlns:xs="http://www.w3.org/2001/XMLSchema" xmlns:p="http://schemas.microsoft.com/office/2006/metadata/properties" xmlns:ns2="d22c3cd5-af68-46cf-904b-2a67902f633c" xmlns:ns3="d8f8f6ee-77b0-4a0b-84bc-8f256da14f12" targetNamespace="http://schemas.microsoft.com/office/2006/metadata/properties" ma:root="true" ma:fieldsID="a66a10b12e44d3c69e5a2a77ba2cac9b" ns2:_="" ns3:_="">
    <xsd:import namespace="d22c3cd5-af68-46cf-904b-2a67902f633c"/>
    <xsd:import namespace="d8f8f6ee-77b0-4a0b-84bc-8f256da14f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2c3cd5-af68-46cf-904b-2a67902f63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749a35e-9b4c-41a3-9e24-d57cd2885f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f8f6ee-77b0-4a0b-84bc-8f256da14f1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fd6db05-398c-41d7-a72a-51159d9709ca}" ma:internalName="TaxCatchAll" ma:showField="CatchAllData" ma:web="d8f8f6ee-77b0-4a0b-84bc-8f256da14f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C3BB52-6112-4A90-B1AF-BB2849B505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64AA88-9994-4773-9B46-6F25641ADC01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elements/1.1/"/>
    <ds:schemaRef ds:uri="d22c3cd5-af68-46cf-904b-2a67902f633c"/>
    <ds:schemaRef ds:uri="http://schemas.openxmlformats.org/package/2006/metadata/core-properties"/>
    <ds:schemaRef ds:uri="http://www.w3.org/XML/1998/namespace"/>
    <ds:schemaRef ds:uri="d8f8f6ee-77b0-4a0b-84bc-8f256da14f12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0006541-FC42-48FB-BD9E-3CFAF309369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1412</Words>
  <Application>Microsoft Macintosh PowerPoint</Application>
  <PresentationFormat>Widescreen</PresentationFormat>
  <Paragraphs>232</Paragraphs>
  <Slides>36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メイリオ</vt:lpstr>
      <vt:lpstr>游ゴシック</vt:lpstr>
      <vt:lpstr>Aptos</vt:lpstr>
      <vt:lpstr>Aptos SemiBold</vt:lpstr>
      <vt:lpstr>Arial</vt:lpstr>
      <vt:lpstr>Calibri</vt:lpstr>
      <vt:lpstr>01 Takeda Slide Master | Pattern 1</vt:lpstr>
      <vt:lpstr>Pattern 1</vt:lpstr>
      <vt:lpstr>Pattern 2</vt:lpstr>
      <vt:lpstr>Pattern 3</vt:lpstr>
      <vt:lpstr>Pattern 4</vt:lpstr>
      <vt:lpstr>think-cell Slide</vt:lpstr>
      <vt:lpstr>Takeda  PowerPoint  Template</vt:lpstr>
      <vt:lpstr>Additional Layouts and Background Options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Charts and Graphs</vt:lpstr>
      <vt:lpstr>Example Charts and Graphs</vt:lpstr>
      <vt:lpstr>Example Tables</vt:lpstr>
      <vt:lpstr>Example Timeline</vt:lpstr>
      <vt:lpstr>PowerPoint Presentation</vt:lpstr>
      <vt:lpstr>PowerPoint Presentation</vt:lpstr>
      <vt:lpstr>PowerPoint Presentation</vt:lpstr>
      <vt:lpstr>PowerPoint Presentation</vt:lpstr>
      <vt:lpstr>Example Use of Thin-Lined Icons with a Main Image</vt:lpstr>
      <vt:lpstr>Reference Materials</vt:lpstr>
      <vt:lpstr>Color Palette</vt:lpstr>
      <vt:lpstr>Color Combinations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Satoko Tame</dc:creator>
  <cp:keywords/>
  <dc:description/>
  <cp:lastModifiedBy>Joseph Tame</cp:lastModifiedBy>
  <cp:revision>2</cp:revision>
  <dcterms:created xsi:type="dcterms:W3CDTF">2026-06-23T03:50:27Z</dcterms:created>
  <dcterms:modified xsi:type="dcterms:W3CDTF">2026-06-30T06:53:29Z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0x010100331811318C565C4B8B9773E8DCEFBCFD</vt:lpwstr>
  </property>
  <property fmtid="{D5CDD505-2E9C-101B-9397-08002B2CF9AE}" pid="3" name="MediaServiceImageTags">
    <vt:lpwstr/>
  </property>
</Properties>
</file>